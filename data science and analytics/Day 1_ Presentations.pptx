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41262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8620559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30002237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65980813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1298324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5078434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22748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42893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59524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E03E157-BD9B-0C70-3499-B202D9B16F6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33315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75915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36836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DAD77F-6C80-5DDE-86CD-97D0B379001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42537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59937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59723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99F2F5-3E6C-5E8A-2EC1-9B70163D113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11669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48563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88310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528F95-15E8-BD54-56A4-15B8E4B953B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28359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67812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8247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18EEA1-E436-45A4-C6C4-508DF9AD85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15581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02557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73772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F326EF-2B3B-05F2-1C61-036B1EC1F23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00715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98613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34861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B26A208-4250-E7D1-2E40-F89F2BA0AE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60564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88369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79250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BE0F0F-C027-B9DB-975C-7F31F2FF7C6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77949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49758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18832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169B3C9-5198-ED5A-05D7-9BD13CDA4BF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5649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57227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77742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D2B89F-746E-2AB2-C6E4-3A2B96798B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3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3.png"/><Relationship Id="rId6" Type="http://schemas.openxmlformats.org/officeDocument/2006/relationships/image" Target="../media/image10.pn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55520116" name=""/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l="0" t="7656" r="26789" b="0"/>
          <a:stretch/>
        </p:blipFill>
        <p:spPr bwMode="auto">
          <a:xfrm rot="16199998" flipH="0" flipV="0">
            <a:off x="283691" y="165677"/>
            <a:ext cx="3428914" cy="3996301"/>
          </a:xfrm>
          <a:prstGeom prst="rect">
            <a:avLst/>
          </a:prstGeom>
        </p:spPr>
      </p:pic>
      <p:grpSp>
        <p:nvGrpSpPr>
          <p:cNvPr id="1428495421" name=""/>
          <p:cNvGrpSpPr/>
          <p:nvPr/>
        </p:nvGrpSpPr>
        <p:grpSpPr bwMode="auto">
          <a:xfrm flipH="0" flipV="0">
            <a:off x="0" y="5660781"/>
            <a:ext cx="8071821" cy="1197216"/>
            <a:chOff x="0" y="0"/>
            <a:chExt cx="8071821" cy="1197216"/>
          </a:xfrm>
        </p:grpSpPr>
        <p:grpSp>
          <p:nvGrpSpPr>
            <p:cNvPr id="1507109856" name=""/>
            <p:cNvGrpSpPr/>
            <p:nvPr/>
          </p:nvGrpSpPr>
          <p:grpSpPr bwMode="auto">
            <a:xfrm flipH="0" flipV="0">
              <a:off x="452529" y="0"/>
              <a:ext cx="6930740" cy="1197216"/>
              <a:chOff x="0" y="0"/>
              <a:chExt cx="6930740" cy="1197216"/>
            </a:xfrm>
          </p:grpSpPr>
          <p:cxnSp>
            <p:nvCxnSpPr>
              <p:cNvPr id="1115301476" name=""/>
              <p:cNvCxnSpPr/>
              <p:nvPr/>
            </p:nvCxnSpPr>
            <p:spPr bwMode="auto">
              <a:xfrm flipH="0" flipV="0">
                <a:off x="0" y="0"/>
                <a:ext cx="0" cy="1197216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775155" name=""/>
              <p:cNvCxnSpPr/>
              <p:nvPr/>
            </p:nvCxnSpPr>
            <p:spPr bwMode="auto">
              <a:xfrm flipH="0" flipV="0">
                <a:off x="433170" y="0"/>
                <a:ext cx="0" cy="1197216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4960323" name=""/>
              <p:cNvCxnSpPr/>
              <p:nvPr/>
            </p:nvCxnSpPr>
            <p:spPr bwMode="auto">
              <a:xfrm flipH="0" flipV="0">
                <a:off x="866340" y="0"/>
                <a:ext cx="0" cy="1197216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0650509" name=""/>
              <p:cNvCxnSpPr/>
              <p:nvPr/>
            </p:nvCxnSpPr>
            <p:spPr bwMode="auto">
              <a:xfrm flipH="0" flipV="0">
                <a:off x="1299511" y="0"/>
                <a:ext cx="0" cy="1197216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6305931" name=""/>
              <p:cNvCxnSpPr/>
              <p:nvPr/>
            </p:nvCxnSpPr>
            <p:spPr bwMode="auto">
              <a:xfrm flipH="0" flipV="0">
                <a:off x="1732682" y="0"/>
                <a:ext cx="0" cy="1197216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2415824" name=""/>
              <p:cNvCxnSpPr/>
              <p:nvPr/>
            </p:nvCxnSpPr>
            <p:spPr bwMode="auto">
              <a:xfrm flipH="0" flipV="0">
                <a:off x="2165854" y="0"/>
                <a:ext cx="0" cy="1197216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157723" name=""/>
              <p:cNvCxnSpPr/>
              <p:nvPr/>
            </p:nvCxnSpPr>
            <p:spPr bwMode="auto">
              <a:xfrm flipH="0" flipV="0">
                <a:off x="2599029" y="0"/>
                <a:ext cx="0" cy="1197216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0402678" name=""/>
              <p:cNvCxnSpPr/>
              <p:nvPr/>
            </p:nvCxnSpPr>
            <p:spPr bwMode="auto">
              <a:xfrm flipH="0" flipV="0">
                <a:off x="3032199" y="0"/>
                <a:ext cx="0" cy="1197216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4466024" name=""/>
              <p:cNvCxnSpPr/>
              <p:nvPr/>
            </p:nvCxnSpPr>
            <p:spPr bwMode="auto">
              <a:xfrm flipH="0" flipV="0">
                <a:off x="3465369" y="0"/>
                <a:ext cx="0" cy="1197216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1188191" name=""/>
              <p:cNvCxnSpPr/>
              <p:nvPr/>
            </p:nvCxnSpPr>
            <p:spPr bwMode="auto">
              <a:xfrm flipH="0" flipV="0">
                <a:off x="3898540" y="0"/>
                <a:ext cx="0" cy="1197216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0392975" name=""/>
              <p:cNvCxnSpPr/>
              <p:nvPr/>
            </p:nvCxnSpPr>
            <p:spPr bwMode="auto">
              <a:xfrm flipH="0" flipV="0">
                <a:off x="4331712" y="0"/>
                <a:ext cx="0" cy="1197216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0474125" name=""/>
              <p:cNvCxnSpPr/>
              <p:nvPr/>
            </p:nvCxnSpPr>
            <p:spPr bwMode="auto">
              <a:xfrm flipH="0" flipV="0">
                <a:off x="4764883" y="0"/>
                <a:ext cx="0" cy="1197216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1005708" name=""/>
              <p:cNvCxnSpPr/>
              <p:nvPr/>
            </p:nvCxnSpPr>
            <p:spPr bwMode="auto">
              <a:xfrm flipH="0" flipV="0">
                <a:off x="5198058" y="0"/>
                <a:ext cx="0" cy="1197216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992972" name=""/>
              <p:cNvCxnSpPr/>
              <p:nvPr/>
            </p:nvCxnSpPr>
            <p:spPr bwMode="auto">
              <a:xfrm flipH="0" flipV="0">
                <a:off x="5631228" y="0"/>
                <a:ext cx="0" cy="1197216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2434270" name=""/>
              <p:cNvCxnSpPr/>
              <p:nvPr/>
            </p:nvCxnSpPr>
            <p:spPr bwMode="auto">
              <a:xfrm flipH="0" flipV="0">
                <a:off x="6064398" y="0"/>
                <a:ext cx="0" cy="1197216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2769653" name=""/>
              <p:cNvCxnSpPr/>
              <p:nvPr/>
            </p:nvCxnSpPr>
            <p:spPr bwMode="auto">
              <a:xfrm flipH="0" flipV="0">
                <a:off x="6497569" y="0"/>
                <a:ext cx="0" cy="1197216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0690780" name=""/>
              <p:cNvCxnSpPr/>
              <p:nvPr/>
            </p:nvCxnSpPr>
            <p:spPr bwMode="auto">
              <a:xfrm flipH="0" flipV="0">
                <a:off x="6930740" y="0"/>
                <a:ext cx="0" cy="1197216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00203482" name=""/>
            <p:cNvGrpSpPr/>
            <p:nvPr/>
          </p:nvGrpSpPr>
          <p:grpSpPr bwMode="auto">
            <a:xfrm flipH="0" flipV="0">
              <a:off x="0" y="11799"/>
              <a:ext cx="8071821" cy="1140534"/>
              <a:chOff x="0" y="0"/>
              <a:chExt cx="8071821" cy="1140534"/>
            </a:xfrm>
          </p:grpSpPr>
          <p:cxnSp>
            <p:nvCxnSpPr>
              <p:cNvPr id="1158264389" name=""/>
              <p:cNvCxnSpPr/>
              <p:nvPr/>
            </p:nvCxnSpPr>
            <p:spPr bwMode="auto">
              <a:xfrm flipH="0" flipV="0">
                <a:off x="0" y="0"/>
                <a:ext cx="8071821" cy="0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8367552" name=""/>
              <p:cNvCxnSpPr/>
              <p:nvPr/>
            </p:nvCxnSpPr>
            <p:spPr bwMode="auto">
              <a:xfrm flipH="0" flipV="0">
                <a:off x="0" y="380178"/>
                <a:ext cx="8071821" cy="0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3058368" name=""/>
              <p:cNvCxnSpPr/>
              <p:nvPr/>
            </p:nvCxnSpPr>
            <p:spPr bwMode="auto">
              <a:xfrm flipH="0" flipV="0">
                <a:off x="0" y="760356"/>
                <a:ext cx="8071821" cy="0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1191081" name=""/>
              <p:cNvCxnSpPr/>
              <p:nvPr/>
            </p:nvCxnSpPr>
            <p:spPr bwMode="auto">
              <a:xfrm flipH="0" flipV="0">
                <a:off x="0" y="1140534"/>
                <a:ext cx="8071821" cy="0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18516438" name=""/>
          <p:cNvGrpSpPr/>
          <p:nvPr/>
        </p:nvGrpSpPr>
        <p:grpSpPr bwMode="auto">
          <a:xfrm flipH="0" flipV="0">
            <a:off x="4136571" y="4772803"/>
            <a:ext cx="8055425" cy="2085192"/>
            <a:chOff x="0" y="0"/>
            <a:chExt cx="8055425" cy="2085192"/>
          </a:xfrm>
        </p:grpSpPr>
        <p:sp>
          <p:nvSpPr>
            <p:cNvPr id="143248258" name=""/>
            <p:cNvSpPr/>
            <p:nvPr/>
          </p:nvSpPr>
          <p:spPr bwMode="auto">
            <a:xfrm rot="0" flipH="1" flipV="0">
              <a:off x="0" y="0"/>
              <a:ext cx="8055425" cy="2085192"/>
            </a:xfrm>
            <a:prstGeom prst="rtTriangle">
              <a:avLst/>
            </a:prstGeom>
            <a:solidFill>
              <a:schemeClr val="bg2">
                <a:lumMod val="9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/>
            </a:p>
          </p:txBody>
        </p:sp>
        <p:sp>
          <p:nvSpPr>
            <p:cNvPr id="1368796525" name=""/>
            <p:cNvSpPr/>
            <p:nvPr/>
          </p:nvSpPr>
          <p:spPr bwMode="auto">
            <a:xfrm rot="0" flipH="0" flipV="0">
              <a:off x="710353" y="36028"/>
              <a:ext cx="7285170" cy="1934541"/>
            </a:xfrm>
            <a:custGeom>
              <a:avLst/>
              <a:gdLst/>
              <a:ahLst/>
              <a:cxnLst/>
              <a:rect l="0" t="0" r="r" b="b"/>
              <a:pathLst>
                <a:path w="43200" h="43200" fill="none" stroke="1" extrusionOk="0">
                  <a:moveTo>
                    <a:pt x="43200" y="705"/>
                  </a:moveTo>
                  <a:cubicBezTo>
                    <a:pt x="43118" y="-272"/>
                    <a:pt x="42118" y="65"/>
                    <a:pt x="41876" y="65"/>
                  </a:cubicBezTo>
                  <a:cubicBezTo>
                    <a:pt x="41553" y="65"/>
                    <a:pt x="41311" y="393"/>
                    <a:pt x="41069" y="393"/>
                  </a:cubicBezTo>
                  <a:cubicBezTo>
                    <a:pt x="40827" y="718"/>
                    <a:pt x="40897" y="1057"/>
                    <a:pt x="40419" y="1584"/>
                  </a:cubicBezTo>
                  <a:cubicBezTo>
                    <a:pt x="40258" y="2237"/>
                    <a:pt x="40101" y="1371"/>
                    <a:pt x="39859" y="1698"/>
                  </a:cubicBezTo>
                  <a:lnTo>
                    <a:pt x="38971" y="1698"/>
                  </a:lnTo>
                  <a:cubicBezTo>
                    <a:pt x="38568" y="2024"/>
                    <a:pt x="38325" y="2024"/>
                    <a:pt x="38164" y="2678"/>
                  </a:cubicBezTo>
                  <a:cubicBezTo>
                    <a:pt x="38083" y="3658"/>
                    <a:pt x="37922" y="4313"/>
                    <a:pt x="37680" y="4639"/>
                  </a:cubicBezTo>
                  <a:cubicBezTo>
                    <a:pt x="37357" y="4639"/>
                    <a:pt x="37115" y="5293"/>
                    <a:pt x="36873" y="5618"/>
                  </a:cubicBezTo>
                  <a:cubicBezTo>
                    <a:pt x="36470" y="5947"/>
                    <a:pt x="36228" y="5947"/>
                    <a:pt x="35905" y="6273"/>
                  </a:cubicBezTo>
                  <a:cubicBezTo>
                    <a:pt x="35663" y="6273"/>
                    <a:pt x="35421" y="6600"/>
                    <a:pt x="35098" y="6600"/>
                  </a:cubicBezTo>
                  <a:cubicBezTo>
                    <a:pt x="34856" y="6600"/>
                    <a:pt x="34614" y="6600"/>
                    <a:pt x="34372" y="6273"/>
                  </a:cubicBezTo>
                  <a:cubicBezTo>
                    <a:pt x="34130" y="5947"/>
                    <a:pt x="34048" y="6926"/>
                    <a:pt x="34048" y="7907"/>
                  </a:cubicBezTo>
                  <a:cubicBezTo>
                    <a:pt x="33888" y="8561"/>
                    <a:pt x="33646" y="9214"/>
                    <a:pt x="33322" y="9867"/>
                  </a:cubicBezTo>
                  <a:cubicBezTo>
                    <a:pt x="33162" y="10522"/>
                    <a:pt x="32919" y="10848"/>
                    <a:pt x="32677" y="11175"/>
                  </a:cubicBezTo>
                  <a:cubicBezTo>
                    <a:pt x="32435" y="11501"/>
                    <a:pt x="32193" y="11828"/>
                    <a:pt x="31871" y="11828"/>
                  </a:cubicBezTo>
                  <a:lnTo>
                    <a:pt x="31144" y="11828"/>
                  </a:lnTo>
                  <a:cubicBezTo>
                    <a:pt x="30902" y="12154"/>
                    <a:pt x="30579" y="12482"/>
                    <a:pt x="30338" y="12482"/>
                  </a:cubicBezTo>
                  <a:cubicBezTo>
                    <a:pt x="30095" y="12809"/>
                    <a:pt x="29852" y="13136"/>
                    <a:pt x="29611" y="13136"/>
                  </a:cubicBezTo>
                  <a:lnTo>
                    <a:pt x="28885" y="13136"/>
                  </a:lnTo>
                  <a:lnTo>
                    <a:pt x="28159" y="13136"/>
                  </a:lnTo>
                  <a:lnTo>
                    <a:pt x="27433" y="13136"/>
                  </a:lnTo>
                  <a:cubicBezTo>
                    <a:pt x="27191" y="12809"/>
                    <a:pt x="26868" y="13461"/>
                    <a:pt x="26544" y="13788"/>
                  </a:cubicBezTo>
                  <a:cubicBezTo>
                    <a:pt x="26223" y="14114"/>
                    <a:pt x="25980" y="14443"/>
                    <a:pt x="25738" y="15097"/>
                  </a:cubicBezTo>
                  <a:cubicBezTo>
                    <a:pt x="25496" y="15422"/>
                    <a:pt x="25254" y="15749"/>
                    <a:pt x="24851" y="16403"/>
                  </a:cubicBezTo>
                  <a:cubicBezTo>
                    <a:pt x="24609" y="16729"/>
                    <a:pt x="24366" y="17056"/>
                    <a:pt x="24125" y="17710"/>
                  </a:cubicBezTo>
                  <a:cubicBezTo>
                    <a:pt x="23801" y="18037"/>
                    <a:pt x="23478" y="18364"/>
                    <a:pt x="23318" y="19017"/>
                  </a:cubicBezTo>
                  <a:cubicBezTo>
                    <a:pt x="23075" y="19017"/>
                    <a:pt x="22913" y="19671"/>
                    <a:pt x="22672" y="19671"/>
                  </a:cubicBezTo>
                  <a:cubicBezTo>
                    <a:pt x="22430" y="19998"/>
                    <a:pt x="22187" y="20325"/>
                    <a:pt x="21946" y="20325"/>
                  </a:cubicBezTo>
                  <a:cubicBezTo>
                    <a:pt x="21704" y="20651"/>
                    <a:pt x="21461" y="20651"/>
                    <a:pt x="21220" y="20978"/>
                  </a:cubicBezTo>
                  <a:lnTo>
                    <a:pt x="20494" y="20978"/>
                  </a:lnTo>
                  <a:lnTo>
                    <a:pt x="19605" y="20978"/>
                  </a:lnTo>
                  <a:cubicBezTo>
                    <a:pt x="19364" y="20978"/>
                    <a:pt x="19122" y="20978"/>
                    <a:pt x="18879" y="20651"/>
                  </a:cubicBezTo>
                  <a:cubicBezTo>
                    <a:pt x="18638" y="20325"/>
                    <a:pt x="18396" y="20651"/>
                    <a:pt x="18153" y="20978"/>
                  </a:cubicBezTo>
                  <a:cubicBezTo>
                    <a:pt x="17912" y="21305"/>
                    <a:pt x="17670" y="21305"/>
                    <a:pt x="17347" y="21632"/>
                  </a:cubicBezTo>
                  <a:cubicBezTo>
                    <a:pt x="17104" y="22284"/>
                    <a:pt x="16862" y="22284"/>
                    <a:pt x="16621" y="22284"/>
                  </a:cubicBezTo>
                  <a:cubicBezTo>
                    <a:pt x="16378" y="22611"/>
                    <a:pt x="16056" y="22611"/>
                    <a:pt x="15813" y="22939"/>
                  </a:cubicBezTo>
                  <a:lnTo>
                    <a:pt x="15007" y="22939"/>
                  </a:lnTo>
                  <a:cubicBezTo>
                    <a:pt x="14765" y="23266"/>
                    <a:pt x="14765" y="24245"/>
                    <a:pt x="14604" y="24899"/>
                  </a:cubicBezTo>
                  <a:cubicBezTo>
                    <a:pt x="14361" y="25552"/>
                    <a:pt x="14039" y="26206"/>
                    <a:pt x="13796" y="26533"/>
                  </a:cubicBezTo>
                  <a:cubicBezTo>
                    <a:pt x="13554" y="27186"/>
                    <a:pt x="13313" y="27513"/>
                    <a:pt x="12990" y="28167"/>
                  </a:cubicBezTo>
                  <a:cubicBezTo>
                    <a:pt x="12748" y="28167"/>
                    <a:pt x="12505" y="28821"/>
                    <a:pt x="12263" y="29147"/>
                  </a:cubicBezTo>
                  <a:cubicBezTo>
                    <a:pt x="11940" y="29474"/>
                    <a:pt x="11699" y="30127"/>
                    <a:pt x="11296" y="30781"/>
                  </a:cubicBezTo>
                  <a:cubicBezTo>
                    <a:pt x="10891" y="30781"/>
                    <a:pt x="10569" y="31435"/>
                    <a:pt x="10326" y="31435"/>
                  </a:cubicBezTo>
                  <a:cubicBezTo>
                    <a:pt x="9923" y="31761"/>
                    <a:pt x="9682" y="32089"/>
                    <a:pt x="9439" y="32089"/>
                  </a:cubicBezTo>
                  <a:cubicBezTo>
                    <a:pt x="9197" y="32415"/>
                    <a:pt x="8956" y="32741"/>
                    <a:pt x="8713" y="32741"/>
                  </a:cubicBezTo>
                  <a:lnTo>
                    <a:pt x="7826" y="32741"/>
                  </a:lnTo>
                  <a:lnTo>
                    <a:pt x="6857" y="32741"/>
                  </a:lnTo>
                  <a:cubicBezTo>
                    <a:pt x="6615" y="32741"/>
                    <a:pt x="6374" y="33068"/>
                    <a:pt x="6131" y="33068"/>
                  </a:cubicBezTo>
                  <a:lnTo>
                    <a:pt x="5404" y="33068"/>
                  </a:lnTo>
                  <a:cubicBezTo>
                    <a:pt x="5243" y="33722"/>
                    <a:pt x="5001" y="34376"/>
                    <a:pt x="4759" y="34703"/>
                  </a:cubicBezTo>
                  <a:cubicBezTo>
                    <a:pt x="4436" y="35357"/>
                    <a:pt x="4113" y="35357"/>
                    <a:pt x="3871" y="35682"/>
                  </a:cubicBezTo>
                  <a:lnTo>
                    <a:pt x="3145" y="36662"/>
                  </a:lnTo>
                  <a:cubicBezTo>
                    <a:pt x="2822" y="36990"/>
                    <a:pt x="2580" y="37316"/>
                    <a:pt x="2338" y="37644"/>
                  </a:cubicBezTo>
                  <a:cubicBezTo>
                    <a:pt x="2096" y="37970"/>
                    <a:pt x="1854" y="38624"/>
                    <a:pt x="1612" y="38949"/>
                  </a:cubicBezTo>
                  <a:cubicBezTo>
                    <a:pt x="1370" y="39277"/>
                    <a:pt x="1128" y="39604"/>
                    <a:pt x="886" y="40258"/>
                  </a:cubicBezTo>
                  <a:cubicBezTo>
                    <a:pt x="644" y="40584"/>
                    <a:pt x="241" y="42871"/>
                    <a:pt x="0" y="43200"/>
                  </a:cubicBezTo>
                </a:path>
              </a:pathLst>
            </a:custGeom>
            <a:ln w="152399" cap="flat" cmpd="sng" algn="ctr">
              <a:solidFill>
                <a:schemeClr val="accent6">
                  <a:lumMod val="20000"/>
                  <a:lumOff val="80000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/>
            </a:p>
          </p:txBody>
        </p:sp>
        <p:sp>
          <p:nvSpPr>
            <p:cNvPr id="1409209529" name=""/>
            <p:cNvSpPr/>
            <p:nvPr/>
          </p:nvSpPr>
          <p:spPr bwMode="auto">
            <a:xfrm rot="0" flipH="0" flipV="0">
              <a:off x="709047" y="168275"/>
              <a:ext cx="7249432" cy="1802295"/>
            </a:xfrm>
            <a:custGeom>
              <a:avLst/>
              <a:gdLst/>
              <a:ahLst/>
              <a:cxnLst/>
              <a:rect l="0" t="0" r="r" b="b"/>
              <a:pathLst>
                <a:path w="43200" h="43200" fill="none" stroke="1" extrusionOk="0">
                  <a:moveTo>
                    <a:pt x="43200" y="1051"/>
                  </a:moveTo>
                  <a:cubicBezTo>
                    <a:pt x="43115" y="0"/>
                    <a:pt x="42864" y="0"/>
                    <a:pt x="42612" y="0"/>
                  </a:cubicBezTo>
                  <a:cubicBezTo>
                    <a:pt x="42277" y="0"/>
                    <a:pt x="42025" y="350"/>
                    <a:pt x="41774" y="350"/>
                  </a:cubicBezTo>
                  <a:cubicBezTo>
                    <a:pt x="41523" y="701"/>
                    <a:pt x="41271" y="701"/>
                    <a:pt x="41103" y="0"/>
                  </a:cubicBezTo>
                  <a:cubicBezTo>
                    <a:pt x="40936" y="701"/>
                    <a:pt x="40769" y="1402"/>
                    <a:pt x="40516" y="1752"/>
                  </a:cubicBezTo>
                  <a:lnTo>
                    <a:pt x="39594" y="1752"/>
                  </a:lnTo>
                  <a:cubicBezTo>
                    <a:pt x="39175" y="2103"/>
                    <a:pt x="38924" y="2103"/>
                    <a:pt x="38756" y="2805"/>
                  </a:cubicBezTo>
                  <a:cubicBezTo>
                    <a:pt x="38673" y="3857"/>
                    <a:pt x="38505" y="4559"/>
                    <a:pt x="38253" y="4910"/>
                  </a:cubicBezTo>
                  <a:cubicBezTo>
                    <a:pt x="37919" y="4910"/>
                    <a:pt x="37667" y="5611"/>
                    <a:pt x="37415" y="5961"/>
                  </a:cubicBezTo>
                  <a:cubicBezTo>
                    <a:pt x="36997" y="6312"/>
                    <a:pt x="36744" y="6312"/>
                    <a:pt x="36410" y="6663"/>
                  </a:cubicBezTo>
                  <a:cubicBezTo>
                    <a:pt x="36158" y="6663"/>
                    <a:pt x="35907" y="7014"/>
                    <a:pt x="35571" y="7014"/>
                  </a:cubicBezTo>
                  <a:cubicBezTo>
                    <a:pt x="35320" y="7014"/>
                    <a:pt x="35069" y="7014"/>
                    <a:pt x="34817" y="6663"/>
                  </a:cubicBezTo>
                  <a:cubicBezTo>
                    <a:pt x="34566" y="6312"/>
                    <a:pt x="34481" y="7365"/>
                    <a:pt x="34481" y="8417"/>
                  </a:cubicBezTo>
                  <a:cubicBezTo>
                    <a:pt x="34314" y="9119"/>
                    <a:pt x="34062" y="9820"/>
                    <a:pt x="33727" y="10521"/>
                  </a:cubicBezTo>
                  <a:cubicBezTo>
                    <a:pt x="33560" y="11223"/>
                    <a:pt x="33308" y="11574"/>
                    <a:pt x="33057" y="11924"/>
                  </a:cubicBezTo>
                  <a:cubicBezTo>
                    <a:pt x="32806" y="12275"/>
                    <a:pt x="32554" y="12626"/>
                    <a:pt x="32219" y="12626"/>
                  </a:cubicBezTo>
                  <a:lnTo>
                    <a:pt x="31465" y="12626"/>
                  </a:lnTo>
                  <a:cubicBezTo>
                    <a:pt x="31212" y="12976"/>
                    <a:pt x="30877" y="13327"/>
                    <a:pt x="30626" y="13327"/>
                  </a:cubicBezTo>
                  <a:cubicBezTo>
                    <a:pt x="30375" y="13678"/>
                    <a:pt x="30123" y="14029"/>
                    <a:pt x="29871" y="14029"/>
                  </a:cubicBezTo>
                  <a:lnTo>
                    <a:pt x="29117" y="14029"/>
                  </a:lnTo>
                  <a:lnTo>
                    <a:pt x="28363" y="14029"/>
                  </a:lnTo>
                  <a:lnTo>
                    <a:pt x="27608" y="14029"/>
                  </a:lnTo>
                  <a:cubicBezTo>
                    <a:pt x="27357" y="13678"/>
                    <a:pt x="27022" y="14380"/>
                    <a:pt x="26686" y="14730"/>
                  </a:cubicBezTo>
                  <a:cubicBezTo>
                    <a:pt x="26352" y="15081"/>
                    <a:pt x="26099" y="15431"/>
                    <a:pt x="25848" y="16133"/>
                  </a:cubicBezTo>
                  <a:cubicBezTo>
                    <a:pt x="25597" y="16484"/>
                    <a:pt x="25345" y="16835"/>
                    <a:pt x="24926" y="17536"/>
                  </a:cubicBezTo>
                  <a:cubicBezTo>
                    <a:pt x="24675" y="17887"/>
                    <a:pt x="24423" y="18238"/>
                    <a:pt x="24172" y="18939"/>
                  </a:cubicBezTo>
                  <a:cubicBezTo>
                    <a:pt x="23836" y="19290"/>
                    <a:pt x="23501" y="19640"/>
                    <a:pt x="23334" y="20342"/>
                  </a:cubicBezTo>
                  <a:cubicBezTo>
                    <a:pt x="23082" y="20342"/>
                    <a:pt x="22914" y="21044"/>
                    <a:pt x="22663" y="21044"/>
                  </a:cubicBezTo>
                  <a:cubicBezTo>
                    <a:pt x="22412" y="21394"/>
                    <a:pt x="22160" y="21745"/>
                    <a:pt x="21909" y="21745"/>
                  </a:cubicBezTo>
                  <a:cubicBezTo>
                    <a:pt x="21657" y="22095"/>
                    <a:pt x="21405" y="22095"/>
                    <a:pt x="21154" y="22447"/>
                  </a:cubicBezTo>
                  <a:lnTo>
                    <a:pt x="20400" y="22447"/>
                  </a:lnTo>
                  <a:lnTo>
                    <a:pt x="19478" y="22447"/>
                  </a:lnTo>
                  <a:cubicBezTo>
                    <a:pt x="19226" y="22447"/>
                    <a:pt x="18975" y="22447"/>
                    <a:pt x="18723" y="22095"/>
                  </a:cubicBezTo>
                  <a:cubicBezTo>
                    <a:pt x="18472" y="21745"/>
                    <a:pt x="18221" y="22095"/>
                    <a:pt x="17969" y="22447"/>
                  </a:cubicBezTo>
                  <a:cubicBezTo>
                    <a:pt x="17718" y="22798"/>
                    <a:pt x="17466" y="22798"/>
                    <a:pt x="17131" y="23148"/>
                  </a:cubicBezTo>
                  <a:cubicBezTo>
                    <a:pt x="16879" y="23849"/>
                    <a:pt x="16628" y="23849"/>
                    <a:pt x="16377" y="23849"/>
                  </a:cubicBezTo>
                  <a:cubicBezTo>
                    <a:pt x="16124" y="24200"/>
                    <a:pt x="15790" y="24200"/>
                    <a:pt x="15538" y="24552"/>
                  </a:cubicBezTo>
                  <a:lnTo>
                    <a:pt x="14700" y="24552"/>
                  </a:lnTo>
                  <a:cubicBezTo>
                    <a:pt x="14449" y="24902"/>
                    <a:pt x="14449" y="25954"/>
                    <a:pt x="14281" y="26655"/>
                  </a:cubicBezTo>
                  <a:cubicBezTo>
                    <a:pt x="14029" y="27357"/>
                    <a:pt x="13694" y="28058"/>
                    <a:pt x="13442" y="28409"/>
                  </a:cubicBezTo>
                  <a:cubicBezTo>
                    <a:pt x="13191" y="29111"/>
                    <a:pt x="12940" y="29462"/>
                    <a:pt x="12605" y="30163"/>
                  </a:cubicBezTo>
                  <a:cubicBezTo>
                    <a:pt x="12353" y="30163"/>
                    <a:pt x="12101" y="30864"/>
                    <a:pt x="11850" y="31216"/>
                  </a:cubicBezTo>
                  <a:cubicBezTo>
                    <a:pt x="11515" y="31566"/>
                    <a:pt x="11264" y="32267"/>
                    <a:pt x="10845" y="32969"/>
                  </a:cubicBezTo>
                  <a:cubicBezTo>
                    <a:pt x="10425" y="32969"/>
                    <a:pt x="10090" y="33671"/>
                    <a:pt x="9838" y="33671"/>
                  </a:cubicBezTo>
                  <a:cubicBezTo>
                    <a:pt x="9419" y="34021"/>
                    <a:pt x="9168" y="34372"/>
                    <a:pt x="8916" y="34372"/>
                  </a:cubicBezTo>
                  <a:cubicBezTo>
                    <a:pt x="8665" y="34723"/>
                    <a:pt x="8414" y="35073"/>
                    <a:pt x="8162" y="35073"/>
                  </a:cubicBezTo>
                  <a:lnTo>
                    <a:pt x="7240" y="35073"/>
                  </a:lnTo>
                  <a:lnTo>
                    <a:pt x="6234" y="35073"/>
                  </a:lnTo>
                  <a:cubicBezTo>
                    <a:pt x="5983" y="35073"/>
                    <a:pt x="5732" y="35424"/>
                    <a:pt x="5479" y="35424"/>
                  </a:cubicBezTo>
                  <a:lnTo>
                    <a:pt x="4725" y="35424"/>
                  </a:lnTo>
                  <a:cubicBezTo>
                    <a:pt x="4557" y="36126"/>
                    <a:pt x="4306" y="36827"/>
                    <a:pt x="4055" y="37178"/>
                  </a:cubicBezTo>
                  <a:cubicBezTo>
                    <a:pt x="3720" y="37880"/>
                    <a:pt x="3384" y="37880"/>
                    <a:pt x="3133" y="38230"/>
                  </a:cubicBezTo>
                  <a:lnTo>
                    <a:pt x="2378" y="39282"/>
                  </a:lnTo>
                  <a:cubicBezTo>
                    <a:pt x="2043" y="39633"/>
                    <a:pt x="1792" y="39983"/>
                    <a:pt x="1540" y="40335"/>
                  </a:cubicBezTo>
                  <a:cubicBezTo>
                    <a:pt x="1289" y="40685"/>
                    <a:pt x="1037" y="41387"/>
                    <a:pt x="785" y="41737"/>
                  </a:cubicBezTo>
                  <a:cubicBezTo>
                    <a:pt x="534" y="42088"/>
                    <a:pt x="283" y="42439"/>
                    <a:pt x="31" y="43141"/>
                  </a:cubicBezTo>
                  <a:cubicBezTo>
                    <a:pt x="-219" y="43491"/>
                    <a:pt x="3664" y="42003"/>
                    <a:pt x="3413" y="42354"/>
                  </a:cubicBezTo>
                </a:path>
              </a:pathLst>
            </a:custGeom>
            <a:ln w="152399" cap="flat" cmpd="sng" algn="ctr">
              <a:solidFill>
                <a:schemeClr val="bg2">
                  <a:lumMod val="90196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/>
            </a:p>
          </p:txBody>
        </p:sp>
        <p:cxnSp>
          <p:nvCxnSpPr>
            <p:cNvPr id="1302815792" name=""/>
            <p:cNvCxnSpPr/>
            <p:nvPr/>
          </p:nvCxnSpPr>
          <p:spPr bwMode="auto">
            <a:xfrm rot="10799952" flipH="0" flipV="0">
              <a:off x="2686290" y="1393177"/>
              <a:ext cx="5369131" cy="0"/>
            </a:xfrm>
            <a:prstGeom prst="line">
              <a:avLst/>
            </a:prstGeom>
            <a:ln w="6350" cap="flat" cmpd="sng" algn="ctr">
              <a:solidFill>
                <a:schemeClr val="accent6">
                  <a:lumMod val="74901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073335" name=""/>
            <p:cNvCxnSpPr/>
            <p:nvPr/>
          </p:nvCxnSpPr>
          <p:spPr bwMode="auto">
            <a:xfrm rot="10799952" flipH="0" flipV="0">
              <a:off x="4810626" y="828252"/>
              <a:ext cx="3244797" cy="0"/>
            </a:xfrm>
            <a:prstGeom prst="line">
              <a:avLst/>
            </a:prstGeom>
            <a:ln w="6350" cap="flat" cmpd="sng" algn="ctr">
              <a:solidFill>
                <a:schemeClr val="accent6">
                  <a:lumMod val="74901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55793" name=""/>
            <p:cNvCxnSpPr/>
            <p:nvPr/>
          </p:nvCxnSpPr>
          <p:spPr bwMode="auto">
            <a:xfrm rot="10799952" flipH="0" flipV="0">
              <a:off x="6323697" y="545788"/>
              <a:ext cx="1731726" cy="0"/>
            </a:xfrm>
            <a:prstGeom prst="line">
              <a:avLst/>
            </a:prstGeom>
            <a:ln w="6350" cap="flat" cmpd="sng" algn="ctr">
              <a:solidFill>
                <a:schemeClr val="accent6">
                  <a:lumMod val="74901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9559367" name=""/>
            <p:cNvCxnSpPr/>
            <p:nvPr/>
          </p:nvCxnSpPr>
          <p:spPr bwMode="auto">
            <a:xfrm rot="10799952" flipH="0" flipV="0">
              <a:off x="7133732" y="263326"/>
              <a:ext cx="921690" cy="0"/>
            </a:xfrm>
            <a:prstGeom prst="line">
              <a:avLst/>
            </a:prstGeom>
            <a:ln w="6350" cap="flat" cmpd="sng" algn="ctr">
              <a:solidFill>
                <a:schemeClr val="accent6">
                  <a:lumMod val="74901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8957223" name=""/>
            <p:cNvCxnSpPr/>
            <p:nvPr/>
          </p:nvCxnSpPr>
          <p:spPr bwMode="auto">
            <a:xfrm rot="10799952" flipH="0" flipV="0">
              <a:off x="503752" y="1970571"/>
              <a:ext cx="7551669" cy="0"/>
            </a:xfrm>
            <a:prstGeom prst="line">
              <a:avLst/>
            </a:prstGeom>
            <a:ln w="6350" cap="flat" cmpd="sng" algn="ctr">
              <a:solidFill>
                <a:schemeClr val="accent6">
                  <a:lumMod val="74901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11295" name=""/>
            <p:cNvCxnSpPr/>
            <p:nvPr/>
          </p:nvCxnSpPr>
          <p:spPr bwMode="auto">
            <a:xfrm rot="10799952" flipH="0" flipV="0">
              <a:off x="1316156" y="1675639"/>
              <a:ext cx="6739266" cy="0"/>
            </a:xfrm>
            <a:prstGeom prst="line">
              <a:avLst/>
            </a:prstGeom>
            <a:ln w="6350" cap="flat" cmpd="sng" algn="ctr">
              <a:solidFill>
                <a:schemeClr val="accent6">
                  <a:lumMod val="74901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8767182" name=""/>
            <p:cNvCxnSpPr/>
            <p:nvPr/>
          </p:nvCxnSpPr>
          <p:spPr bwMode="auto">
            <a:xfrm rot="10799952" flipH="0" flipV="0">
              <a:off x="3316406" y="1110717"/>
              <a:ext cx="4739016" cy="0"/>
            </a:xfrm>
            <a:prstGeom prst="line">
              <a:avLst/>
            </a:prstGeom>
            <a:ln w="6350" cap="flat" cmpd="sng" algn="ctr">
              <a:solidFill>
                <a:schemeClr val="accent6">
                  <a:lumMod val="74901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5353194" name=""/>
          <p:cNvSpPr/>
          <p:nvPr/>
        </p:nvSpPr>
        <p:spPr bwMode="auto">
          <a:xfrm rot="0" flipH="0" flipV="0">
            <a:off x="0" y="4918982"/>
            <a:ext cx="2575216" cy="1939014"/>
          </a:xfrm>
          <a:prstGeom prst="rtTriangle">
            <a:avLst/>
          </a:prstGeom>
          <a:solidFill>
            <a:schemeClr val="accent6">
              <a:lumMod val="75000"/>
              <a:alpha val="66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3051909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333376718" name=""/>
          <p:cNvGrpSpPr/>
          <p:nvPr/>
        </p:nvGrpSpPr>
        <p:grpSpPr bwMode="auto">
          <a:xfrm>
            <a:off x="0" y="0"/>
            <a:ext cx="5772655" cy="1683001"/>
            <a:chOff x="0" y="0"/>
            <a:chExt cx="5772655" cy="1683001"/>
          </a:xfrm>
        </p:grpSpPr>
        <p:sp>
          <p:nvSpPr>
            <p:cNvPr id="1451562419" name=""/>
            <p:cNvSpPr/>
            <p:nvPr/>
          </p:nvSpPr>
          <p:spPr bwMode="auto">
            <a:xfrm rot="0" flipH="0" flipV="1">
              <a:off x="0" y="0"/>
              <a:ext cx="5772655" cy="1678212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0" y="43200"/>
                  </a:moveTo>
                  <a:lnTo>
                    <a:pt x="0" y="0"/>
                  </a:lnTo>
                  <a:cubicBezTo>
                    <a:pt x="8020" y="8019"/>
                    <a:pt x="7096" y="6129"/>
                    <a:pt x="24482" y="22182"/>
                  </a:cubicBezTo>
                  <a:cubicBezTo>
                    <a:pt x="30862" y="28562"/>
                    <a:pt x="36820" y="36820"/>
                    <a:pt x="43200" y="43200"/>
                  </a:cubicBezTo>
                  <a:lnTo>
                    <a:pt x="0" y="43200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1409675" name=""/>
            <p:cNvSpPr/>
            <p:nvPr/>
          </p:nvSpPr>
          <p:spPr bwMode="auto">
            <a:xfrm rot="0" flipH="0" flipV="0">
              <a:off x="0" y="208881"/>
              <a:ext cx="5066300" cy="1474119"/>
            </a:xfrm>
            <a:custGeom>
              <a:avLst/>
              <a:gdLst/>
              <a:ahLst/>
              <a:cxnLst/>
              <a:rect l="0" t="0" r="r" b="b"/>
              <a:pathLst>
                <a:path w="43200" h="43200" fill="none" stroke="1" extrusionOk="0">
                  <a:moveTo>
                    <a:pt x="0" y="43200"/>
                  </a:moveTo>
                  <a:lnTo>
                    <a:pt x="1799" y="43200"/>
                  </a:lnTo>
                  <a:cubicBezTo>
                    <a:pt x="2199" y="43200"/>
                    <a:pt x="2799" y="42866"/>
                    <a:pt x="3399" y="42533"/>
                  </a:cubicBezTo>
                  <a:cubicBezTo>
                    <a:pt x="3799" y="42200"/>
                    <a:pt x="3799" y="40871"/>
                    <a:pt x="3999" y="39874"/>
                  </a:cubicBezTo>
                  <a:cubicBezTo>
                    <a:pt x="4299" y="39211"/>
                    <a:pt x="4699" y="38878"/>
                    <a:pt x="5099" y="38545"/>
                  </a:cubicBezTo>
                  <a:lnTo>
                    <a:pt x="6399" y="38545"/>
                  </a:lnTo>
                  <a:cubicBezTo>
                    <a:pt x="6799" y="38545"/>
                    <a:pt x="7199" y="37882"/>
                    <a:pt x="7499" y="37216"/>
                  </a:cubicBezTo>
                  <a:cubicBezTo>
                    <a:pt x="7795" y="36552"/>
                    <a:pt x="8699" y="36552"/>
                    <a:pt x="9598" y="35555"/>
                  </a:cubicBezTo>
                  <a:cubicBezTo>
                    <a:pt x="10198" y="35222"/>
                    <a:pt x="10698" y="34557"/>
                    <a:pt x="10998" y="33229"/>
                  </a:cubicBezTo>
                  <a:cubicBezTo>
                    <a:pt x="11399" y="32564"/>
                    <a:pt x="11899" y="32564"/>
                    <a:pt x="12499" y="32564"/>
                  </a:cubicBezTo>
                  <a:cubicBezTo>
                    <a:pt x="13199" y="33229"/>
                    <a:pt x="13598" y="33893"/>
                    <a:pt x="13999" y="33229"/>
                  </a:cubicBezTo>
                  <a:cubicBezTo>
                    <a:pt x="14398" y="32564"/>
                    <a:pt x="14998" y="31234"/>
                    <a:pt x="15399" y="30572"/>
                  </a:cubicBezTo>
                  <a:cubicBezTo>
                    <a:pt x="15798" y="29905"/>
                    <a:pt x="16199" y="29242"/>
                    <a:pt x="16799" y="28576"/>
                  </a:cubicBezTo>
                  <a:cubicBezTo>
                    <a:pt x="17099" y="27913"/>
                    <a:pt x="17499" y="27913"/>
                    <a:pt x="18100" y="27578"/>
                  </a:cubicBezTo>
                  <a:lnTo>
                    <a:pt x="19598" y="27578"/>
                  </a:lnTo>
                  <a:cubicBezTo>
                    <a:pt x="20000" y="27578"/>
                    <a:pt x="20498" y="27578"/>
                    <a:pt x="20899" y="26583"/>
                  </a:cubicBezTo>
                  <a:cubicBezTo>
                    <a:pt x="21198" y="25254"/>
                    <a:pt x="21498" y="24257"/>
                    <a:pt x="22299" y="23260"/>
                  </a:cubicBezTo>
                  <a:cubicBezTo>
                    <a:pt x="22899" y="23260"/>
                    <a:pt x="23599" y="22595"/>
                    <a:pt x="24398" y="21931"/>
                  </a:cubicBezTo>
                  <a:cubicBezTo>
                    <a:pt x="24998" y="21598"/>
                    <a:pt x="25597" y="21266"/>
                    <a:pt x="26200" y="21266"/>
                  </a:cubicBezTo>
                  <a:cubicBezTo>
                    <a:pt x="26898" y="21266"/>
                    <a:pt x="27197" y="20601"/>
                    <a:pt x="27399" y="19272"/>
                  </a:cubicBezTo>
                  <a:cubicBezTo>
                    <a:pt x="27797" y="18607"/>
                    <a:pt x="28599" y="17943"/>
                    <a:pt x="29199" y="17278"/>
                  </a:cubicBezTo>
                  <a:cubicBezTo>
                    <a:pt x="29599" y="16946"/>
                    <a:pt x="30000" y="16614"/>
                    <a:pt x="30599" y="15617"/>
                  </a:cubicBezTo>
                  <a:cubicBezTo>
                    <a:pt x="30997" y="15284"/>
                    <a:pt x="31398" y="14951"/>
                    <a:pt x="31900" y="13955"/>
                  </a:cubicBezTo>
                  <a:cubicBezTo>
                    <a:pt x="32297" y="13291"/>
                    <a:pt x="32899" y="12626"/>
                    <a:pt x="33399" y="11961"/>
                  </a:cubicBezTo>
                  <a:cubicBezTo>
                    <a:pt x="33699" y="11297"/>
                    <a:pt x="34099" y="10965"/>
                    <a:pt x="34999" y="9635"/>
                  </a:cubicBezTo>
                  <a:cubicBezTo>
                    <a:pt x="35400" y="9303"/>
                    <a:pt x="35799" y="8639"/>
                    <a:pt x="36200" y="9303"/>
                  </a:cubicBezTo>
                  <a:cubicBezTo>
                    <a:pt x="36398" y="10299"/>
                    <a:pt x="36799" y="9635"/>
                    <a:pt x="37199" y="8639"/>
                  </a:cubicBezTo>
                  <a:cubicBezTo>
                    <a:pt x="37499" y="7973"/>
                    <a:pt x="37998" y="7310"/>
                    <a:pt x="38699" y="5981"/>
                  </a:cubicBezTo>
                  <a:cubicBezTo>
                    <a:pt x="39200" y="5316"/>
                    <a:pt x="40000" y="4317"/>
                    <a:pt x="40396" y="3986"/>
                  </a:cubicBezTo>
                  <a:cubicBezTo>
                    <a:pt x="40800" y="2988"/>
                    <a:pt x="41299" y="2657"/>
                    <a:pt x="41600" y="1992"/>
                  </a:cubicBezTo>
                  <a:cubicBezTo>
                    <a:pt x="42199" y="1328"/>
                    <a:pt x="42799" y="663"/>
                    <a:pt x="43200" y="0"/>
                  </a:cubicBezTo>
                  <a:lnTo>
                    <a:pt x="41817" y="747"/>
                  </a:lnTo>
                </a:path>
              </a:pathLst>
            </a:custGeom>
            <a:ln w="152399" cap="flat" cmpd="sng" algn="ctr">
              <a:solidFill>
                <a:schemeClr val="accent6">
                  <a:lumMod val="20000"/>
                  <a:lumOff val="80000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65869188" name=""/>
            <p:cNvSpPr/>
            <p:nvPr/>
          </p:nvSpPr>
          <p:spPr bwMode="auto">
            <a:xfrm rot="0" flipH="0" flipV="0">
              <a:off x="0" y="109723"/>
              <a:ext cx="5147411" cy="1458756"/>
            </a:xfrm>
            <a:custGeom>
              <a:avLst/>
              <a:gdLst/>
              <a:ahLst/>
              <a:cxnLst/>
              <a:rect l="0" t="0" r="r" b="b"/>
              <a:pathLst>
                <a:path w="43200" h="43200" fill="none" stroke="1" extrusionOk="0">
                  <a:moveTo>
                    <a:pt x="0" y="43200"/>
                  </a:moveTo>
                  <a:lnTo>
                    <a:pt x="1728" y="43200"/>
                  </a:lnTo>
                  <a:cubicBezTo>
                    <a:pt x="2112" y="43200"/>
                    <a:pt x="2689" y="42876"/>
                    <a:pt x="3266" y="42554"/>
                  </a:cubicBezTo>
                  <a:cubicBezTo>
                    <a:pt x="3651" y="42231"/>
                    <a:pt x="3651" y="40940"/>
                    <a:pt x="3842" y="39971"/>
                  </a:cubicBezTo>
                  <a:cubicBezTo>
                    <a:pt x="4131" y="39327"/>
                    <a:pt x="4516" y="39004"/>
                    <a:pt x="4902" y="38680"/>
                  </a:cubicBezTo>
                  <a:lnTo>
                    <a:pt x="6151" y="38680"/>
                  </a:lnTo>
                  <a:cubicBezTo>
                    <a:pt x="6535" y="38680"/>
                    <a:pt x="6920" y="38036"/>
                    <a:pt x="7208" y="37390"/>
                  </a:cubicBezTo>
                  <a:cubicBezTo>
                    <a:pt x="7498" y="36743"/>
                    <a:pt x="8362" y="36743"/>
                    <a:pt x="9227" y="35775"/>
                  </a:cubicBezTo>
                  <a:cubicBezTo>
                    <a:pt x="9805" y="35454"/>
                    <a:pt x="10285" y="34807"/>
                    <a:pt x="10574" y="33516"/>
                  </a:cubicBezTo>
                  <a:cubicBezTo>
                    <a:pt x="10958" y="32873"/>
                    <a:pt x="11439" y="32873"/>
                    <a:pt x="12016" y="32873"/>
                  </a:cubicBezTo>
                  <a:cubicBezTo>
                    <a:pt x="12689" y="33516"/>
                    <a:pt x="13073" y="34163"/>
                    <a:pt x="13459" y="33516"/>
                  </a:cubicBezTo>
                  <a:cubicBezTo>
                    <a:pt x="13843" y="32873"/>
                    <a:pt x="14419" y="31581"/>
                    <a:pt x="14805" y="30934"/>
                  </a:cubicBezTo>
                  <a:cubicBezTo>
                    <a:pt x="15189" y="30290"/>
                    <a:pt x="15575" y="29642"/>
                    <a:pt x="16150" y="28999"/>
                  </a:cubicBezTo>
                  <a:cubicBezTo>
                    <a:pt x="16439" y="28352"/>
                    <a:pt x="16824" y="28352"/>
                    <a:pt x="17402" y="28029"/>
                  </a:cubicBezTo>
                  <a:lnTo>
                    <a:pt x="18843" y="28029"/>
                  </a:lnTo>
                  <a:cubicBezTo>
                    <a:pt x="19228" y="28029"/>
                    <a:pt x="19709" y="28029"/>
                    <a:pt x="20094" y="27062"/>
                  </a:cubicBezTo>
                  <a:cubicBezTo>
                    <a:pt x="20381" y="25771"/>
                    <a:pt x="20669" y="24803"/>
                    <a:pt x="21438" y="23834"/>
                  </a:cubicBezTo>
                  <a:cubicBezTo>
                    <a:pt x="22016" y="23834"/>
                    <a:pt x="22688" y="23188"/>
                    <a:pt x="23457" y="22544"/>
                  </a:cubicBezTo>
                  <a:cubicBezTo>
                    <a:pt x="24035" y="22221"/>
                    <a:pt x="24612" y="21897"/>
                    <a:pt x="25189" y="21897"/>
                  </a:cubicBezTo>
                  <a:cubicBezTo>
                    <a:pt x="25863" y="21897"/>
                    <a:pt x="26150" y="21253"/>
                    <a:pt x="26342" y="19962"/>
                  </a:cubicBezTo>
                  <a:cubicBezTo>
                    <a:pt x="26727" y="19315"/>
                    <a:pt x="27497" y="18671"/>
                    <a:pt x="28073" y="18024"/>
                  </a:cubicBezTo>
                  <a:cubicBezTo>
                    <a:pt x="28457" y="17701"/>
                    <a:pt x="28842" y="17380"/>
                    <a:pt x="29419" y="16410"/>
                  </a:cubicBezTo>
                  <a:cubicBezTo>
                    <a:pt x="29804" y="16088"/>
                    <a:pt x="30188" y="15765"/>
                    <a:pt x="30669" y="14797"/>
                  </a:cubicBezTo>
                  <a:cubicBezTo>
                    <a:pt x="31054" y="14152"/>
                    <a:pt x="31630" y="13507"/>
                    <a:pt x="32111" y="12861"/>
                  </a:cubicBezTo>
                  <a:cubicBezTo>
                    <a:pt x="32401" y="12216"/>
                    <a:pt x="32784" y="11892"/>
                    <a:pt x="33651" y="10601"/>
                  </a:cubicBezTo>
                  <a:cubicBezTo>
                    <a:pt x="34036" y="10279"/>
                    <a:pt x="34420" y="9633"/>
                    <a:pt x="34805" y="10279"/>
                  </a:cubicBezTo>
                  <a:cubicBezTo>
                    <a:pt x="34996" y="11246"/>
                    <a:pt x="35380" y="10601"/>
                    <a:pt x="35764" y="9633"/>
                  </a:cubicBezTo>
                  <a:cubicBezTo>
                    <a:pt x="36054" y="8987"/>
                    <a:pt x="36535" y="8342"/>
                    <a:pt x="37207" y="7052"/>
                  </a:cubicBezTo>
                  <a:cubicBezTo>
                    <a:pt x="37689" y="6407"/>
                    <a:pt x="38458" y="5437"/>
                    <a:pt x="38842" y="5116"/>
                  </a:cubicBezTo>
                  <a:cubicBezTo>
                    <a:pt x="39227" y="4146"/>
                    <a:pt x="39709" y="3823"/>
                    <a:pt x="39995" y="3178"/>
                  </a:cubicBezTo>
                  <a:cubicBezTo>
                    <a:pt x="40572" y="2532"/>
                    <a:pt x="41149" y="1888"/>
                    <a:pt x="41534" y="1241"/>
                  </a:cubicBezTo>
                  <a:lnTo>
                    <a:pt x="43200" y="0"/>
                  </a:lnTo>
                </a:path>
              </a:pathLst>
            </a:custGeom>
            <a:ln w="152399" cap="flat" cmpd="sng" algn="ctr">
              <a:solidFill>
                <a:schemeClr val="bg2">
                  <a:lumMod val="90196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/>
            </a:p>
          </p:txBody>
        </p:sp>
        <p:grpSp>
          <p:nvGrpSpPr>
            <p:cNvPr id="536953123" name=""/>
            <p:cNvGrpSpPr/>
            <p:nvPr/>
          </p:nvGrpSpPr>
          <p:grpSpPr bwMode="auto">
            <a:xfrm>
              <a:off x="0" y="109359"/>
              <a:ext cx="5145957" cy="1302026"/>
              <a:chOff x="0" y="0"/>
              <a:chExt cx="5145957" cy="1302026"/>
            </a:xfrm>
          </p:grpSpPr>
          <p:cxnSp>
            <p:nvCxnSpPr>
              <p:cNvPr id="1844785012" name=""/>
              <p:cNvCxnSpPr/>
              <p:nvPr/>
            </p:nvCxnSpPr>
            <p:spPr bwMode="auto">
              <a:xfrm rot="10799922" flipH="1" flipV="1">
                <a:off x="0" y="440226"/>
                <a:ext cx="3951722" cy="361"/>
              </a:xfrm>
              <a:prstGeom prst="line">
                <a:avLst/>
              </a:prstGeom>
              <a:ln w="6350" cap="flat" cmpd="sng" algn="ctr">
                <a:solidFill>
                  <a:schemeClr val="accent6">
                    <a:lumMod val="74901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109672" name=""/>
              <p:cNvCxnSpPr/>
              <p:nvPr/>
            </p:nvCxnSpPr>
            <p:spPr bwMode="auto">
              <a:xfrm rot="10799922" flipH="1" flipV="1">
                <a:off x="0" y="870941"/>
                <a:ext cx="2577535" cy="361"/>
              </a:xfrm>
              <a:prstGeom prst="line">
                <a:avLst/>
              </a:prstGeom>
              <a:ln w="6350" cap="flat" cmpd="sng" algn="ctr">
                <a:solidFill>
                  <a:schemeClr val="accent6">
                    <a:lumMod val="74901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6903107" name=""/>
              <p:cNvCxnSpPr/>
              <p:nvPr/>
            </p:nvCxnSpPr>
            <p:spPr bwMode="auto">
              <a:xfrm rot="10799922" flipH="1" flipV="1">
                <a:off x="0" y="1086301"/>
                <a:ext cx="1852650" cy="361"/>
              </a:xfrm>
              <a:prstGeom prst="line">
                <a:avLst/>
              </a:prstGeom>
              <a:ln w="6350" cap="flat" cmpd="sng" algn="ctr">
                <a:solidFill>
                  <a:schemeClr val="accent6">
                    <a:lumMod val="74901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125844" name=""/>
              <p:cNvCxnSpPr/>
              <p:nvPr/>
            </p:nvCxnSpPr>
            <p:spPr bwMode="auto">
              <a:xfrm rot="10799922" flipH="1" flipV="1">
                <a:off x="0" y="1301660"/>
                <a:ext cx="1024472" cy="361"/>
              </a:xfrm>
              <a:prstGeom prst="line">
                <a:avLst/>
              </a:prstGeom>
              <a:ln w="6350" cap="flat" cmpd="sng" algn="ctr">
                <a:solidFill>
                  <a:schemeClr val="accent6">
                    <a:lumMod val="74901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4427825" name=""/>
              <p:cNvCxnSpPr/>
              <p:nvPr/>
            </p:nvCxnSpPr>
            <p:spPr bwMode="auto">
              <a:xfrm rot="10799922" flipH="1" flipV="1">
                <a:off x="0" y="0"/>
                <a:ext cx="5145957" cy="361"/>
              </a:xfrm>
              <a:prstGeom prst="line">
                <a:avLst/>
              </a:prstGeom>
              <a:ln w="6350" cap="flat" cmpd="sng" algn="ctr">
                <a:solidFill>
                  <a:schemeClr val="accent6">
                    <a:lumMod val="74901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2117863" name=""/>
              <p:cNvCxnSpPr/>
              <p:nvPr/>
            </p:nvCxnSpPr>
            <p:spPr bwMode="auto">
              <a:xfrm rot="10799922" flipH="1" flipV="1">
                <a:off x="0" y="224865"/>
                <a:ext cx="4640322" cy="0"/>
              </a:xfrm>
              <a:prstGeom prst="line">
                <a:avLst/>
              </a:prstGeom>
              <a:ln w="6350" cap="flat" cmpd="sng" algn="ctr">
                <a:solidFill>
                  <a:schemeClr val="accent6">
                    <a:lumMod val="74901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9714097" name=""/>
              <p:cNvCxnSpPr/>
              <p:nvPr/>
            </p:nvCxnSpPr>
            <p:spPr bwMode="auto">
              <a:xfrm rot="10799922" flipH="1" flipV="1">
                <a:off x="0" y="655581"/>
                <a:ext cx="3461040" cy="361"/>
              </a:xfrm>
              <a:prstGeom prst="line">
                <a:avLst/>
              </a:prstGeom>
              <a:ln w="6350" cap="flat" cmpd="sng" algn="ctr">
                <a:solidFill>
                  <a:schemeClr val="accent6">
                    <a:lumMod val="74901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54045600" name=""/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tretch/>
        </p:blipFill>
        <p:spPr bwMode="auto">
          <a:xfrm flipH="0" flipV="0">
            <a:off x="7508349" y="-5172"/>
            <a:ext cx="4683646" cy="4327661"/>
          </a:xfrm>
          <a:prstGeom prst="rect">
            <a:avLst/>
          </a:prstGeom>
        </p:spPr>
      </p:pic>
      <p:sp>
        <p:nvSpPr>
          <p:cNvPr id="638925429" name=""/>
          <p:cNvSpPr/>
          <p:nvPr/>
        </p:nvSpPr>
        <p:spPr bwMode="auto">
          <a:xfrm flipH="0" flipV="0">
            <a:off x="8092857" y="-5172"/>
            <a:ext cx="4101921" cy="2517318"/>
          </a:xfrm>
          <a:custGeom>
            <a:avLst/>
            <a:gdLst/>
            <a:ahLst/>
            <a:cxnLst/>
            <a:rect l="0" t="0" r="r" b="b"/>
            <a:pathLst>
              <a:path w="3562415" h="2014112" fill="norm" stroke="1" extrusionOk="0">
                <a:moveTo>
                  <a:pt x="254041" y="0"/>
                </a:moveTo>
                <a:cubicBezTo>
                  <a:pt x="254041" y="0"/>
                  <a:pt x="313014" y="11200"/>
                  <a:pt x="313014" y="11200"/>
                </a:cubicBezTo>
                <a:cubicBezTo>
                  <a:pt x="308801" y="18362"/>
                  <a:pt x="305730" y="26337"/>
                  <a:pt x="304100" y="34920"/>
                </a:cubicBezTo>
                <a:cubicBezTo>
                  <a:pt x="296432" y="75287"/>
                  <a:pt x="323341" y="114815"/>
                  <a:pt x="363708" y="122483"/>
                </a:cubicBezTo>
                <a:cubicBezTo>
                  <a:pt x="404076" y="130151"/>
                  <a:pt x="443604" y="103241"/>
                  <a:pt x="451271" y="62875"/>
                </a:cubicBezTo>
                <a:cubicBezTo>
                  <a:pt x="452902" y="54291"/>
                  <a:pt x="452968" y="45745"/>
                  <a:pt x="451674" y="37538"/>
                </a:cubicBezTo>
                <a:cubicBezTo>
                  <a:pt x="451674" y="37538"/>
                  <a:pt x="542827" y="54852"/>
                  <a:pt x="542827" y="54852"/>
                </a:cubicBezTo>
                <a:cubicBezTo>
                  <a:pt x="538613" y="62013"/>
                  <a:pt x="535543" y="69988"/>
                  <a:pt x="533913" y="78572"/>
                </a:cubicBezTo>
                <a:cubicBezTo>
                  <a:pt x="526245" y="118939"/>
                  <a:pt x="553155" y="158467"/>
                  <a:pt x="593522" y="166135"/>
                </a:cubicBezTo>
                <a:cubicBezTo>
                  <a:pt x="633889" y="173803"/>
                  <a:pt x="673416" y="146892"/>
                  <a:pt x="681083" y="106526"/>
                </a:cubicBezTo>
                <a:cubicBezTo>
                  <a:pt x="682714" y="97943"/>
                  <a:pt x="682783" y="89397"/>
                  <a:pt x="681489" y="81190"/>
                </a:cubicBezTo>
                <a:cubicBezTo>
                  <a:pt x="681489" y="81190"/>
                  <a:pt x="772640" y="98503"/>
                  <a:pt x="772640" y="98503"/>
                </a:cubicBezTo>
                <a:cubicBezTo>
                  <a:pt x="768427" y="105666"/>
                  <a:pt x="765358" y="113640"/>
                  <a:pt x="763728" y="122225"/>
                </a:cubicBezTo>
                <a:cubicBezTo>
                  <a:pt x="756060" y="162591"/>
                  <a:pt x="782968" y="202118"/>
                  <a:pt x="823335" y="209786"/>
                </a:cubicBezTo>
                <a:cubicBezTo>
                  <a:pt x="863703" y="217455"/>
                  <a:pt x="903232" y="190545"/>
                  <a:pt x="910899" y="150178"/>
                </a:cubicBezTo>
                <a:cubicBezTo>
                  <a:pt x="912530" y="141595"/>
                  <a:pt x="912597" y="133049"/>
                  <a:pt x="911304" y="124841"/>
                </a:cubicBezTo>
                <a:cubicBezTo>
                  <a:pt x="911304" y="124841"/>
                  <a:pt x="1002455" y="142155"/>
                  <a:pt x="1002455" y="142155"/>
                </a:cubicBezTo>
                <a:cubicBezTo>
                  <a:pt x="998241" y="149318"/>
                  <a:pt x="995171" y="157293"/>
                  <a:pt x="993542" y="165875"/>
                </a:cubicBezTo>
                <a:cubicBezTo>
                  <a:pt x="985875" y="206242"/>
                  <a:pt x="1012782" y="245771"/>
                  <a:pt x="1053149" y="253438"/>
                </a:cubicBezTo>
                <a:cubicBezTo>
                  <a:pt x="1093517" y="261106"/>
                  <a:pt x="1133045" y="234197"/>
                  <a:pt x="1140713" y="193830"/>
                </a:cubicBezTo>
                <a:cubicBezTo>
                  <a:pt x="1142343" y="185247"/>
                  <a:pt x="1142410" y="176701"/>
                  <a:pt x="1141116" y="168494"/>
                </a:cubicBezTo>
                <a:cubicBezTo>
                  <a:pt x="1141116" y="168494"/>
                  <a:pt x="1232269" y="185808"/>
                  <a:pt x="1232269" y="185808"/>
                </a:cubicBezTo>
                <a:cubicBezTo>
                  <a:pt x="1228055" y="192969"/>
                  <a:pt x="1224985" y="200943"/>
                  <a:pt x="1223354" y="209528"/>
                </a:cubicBezTo>
                <a:cubicBezTo>
                  <a:pt x="1215687" y="249893"/>
                  <a:pt x="1242596" y="289423"/>
                  <a:pt x="1282963" y="297090"/>
                </a:cubicBezTo>
                <a:cubicBezTo>
                  <a:pt x="1323331" y="304758"/>
                  <a:pt x="1362859" y="277848"/>
                  <a:pt x="1370526" y="237481"/>
                </a:cubicBezTo>
                <a:cubicBezTo>
                  <a:pt x="1372157" y="228898"/>
                  <a:pt x="1372225" y="220352"/>
                  <a:pt x="1370930" y="212145"/>
                </a:cubicBezTo>
                <a:cubicBezTo>
                  <a:pt x="1370930" y="212145"/>
                  <a:pt x="1462082" y="229459"/>
                  <a:pt x="1462082" y="229459"/>
                </a:cubicBezTo>
                <a:cubicBezTo>
                  <a:pt x="1457871" y="236620"/>
                  <a:pt x="1454799" y="244595"/>
                  <a:pt x="1453168" y="253180"/>
                </a:cubicBezTo>
                <a:cubicBezTo>
                  <a:pt x="1445501" y="293546"/>
                  <a:pt x="1472409" y="333074"/>
                  <a:pt x="1512777" y="340742"/>
                </a:cubicBezTo>
                <a:cubicBezTo>
                  <a:pt x="1553146" y="348410"/>
                  <a:pt x="1592673" y="321500"/>
                  <a:pt x="1600340" y="281134"/>
                </a:cubicBezTo>
                <a:cubicBezTo>
                  <a:pt x="1601971" y="272550"/>
                  <a:pt x="1602038" y="264005"/>
                  <a:pt x="1600744" y="255796"/>
                </a:cubicBezTo>
                <a:cubicBezTo>
                  <a:pt x="1600744" y="255796"/>
                  <a:pt x="1691897" y="273111"/>
                  <a:pt x="1691897" y="273111"/>
                </a:cubicBezTo>
                <a:cubicBezTo>
                  <a:pt x="1687685" y="280273"/>
                  <a:pt x="1684613" y="288247"/>
                  <a:pt x="1682983" y="296831"/>
                </a:cubicBezTo>
                <a:cubicBezTo>
                  <a:pt x="1675316" y="337198"/>
                  <a:pt x="1702223" y="376726"/>
                  <a:pt x="1742591" y="384393"/>
                </a:cubicBezTo>
                <a:cubicBezTo>
                  <a:pt x="1782960" y="392061"/>
                  <a:pt x="1822485" y="365152"/>
                  <a:pt x="1830154" y="324785"/>
                </a:cubicBezTo>
                <a:cubicBezTo>
                  <a:pt x="1831783" y="316202"/>
                  <a:pt x="1831851" y="307656"/>
                  <a:pt x="1830559" y="299449"/>
                </a:cubicBezTo>
                <a:cubicBezTo>
                  <a:pt x="1830559" y="299449"/>
                  <a:pt x="1921709" y="316762"/>
                  <a:pt x="1921709" y="316762"/>
                </a:cubicBezTo>
                <a:cubicBezTo>
                  <a:pt x="1917497" y="323924"/>
                  <a:pt x="1914428" y="331898"/>
                  <a:pt x="1912797" y="340483"/>
                </a:cubicBezTo>
                <a:cubicBezTo>
                  <a:pt x="1905130" y="380849"/>
                  <a:pt x="1932037" y="420378"/>
                  <a:pt x="1972405" y="428045"/>
                </a:cubicBezTo>
                <a:cubicBezTo>
                  <a:pt x="2012773" y="435713"/>
                  <a:pt x="2052299" y="408803"/>
                  <a:pt x="2059968" y="368437"/>
                </a:cubicBezTo>
                <a:cubicBezTo>
                  <a:pt x="2061597" y="359853"/>
                  <a:pt x="2061664" y="351308"/>
                  <a:pt x="2060372" y="343100"/>
                </a:cubicBezTo>
                <a:cubicBezTo>
                  <a:pt x="2060372" y="343100"/>
                  <a:pt x="2151523" y="360414"/>
                  <a:pt x="2151523" y="360414"/>
                </a:cubicBezTo>
                <a:cubicBezTo>
                  <a:pt x="2147312" y="367576"/>
                  <a:pt x="2144242" y="375551"/>
                  <a:pt x="2142611" y="384135"/>
                </a:cubicBezTo>
                <a:cubicBezTo>
                  <a:pt x="2134944" y="424500"/>
                  <a:pt x="2161851" y="464029"/>
                  <a:pt x="2202217" y="471697"/>
                </a:cubicBezTo>
                <a:cubicBezTo>
                  <a:pt x="2242588" y="479365"/>
                  <a:pt x="2282113" y="452455"/>
                  <a:pt x="2289780" y="412089"/>
                </a:cubicBezTo>
                <a:cubicBezTo>
                  <a:pt x="2291411" y="403505"/>
                  <a:pt x="2291480" y="394960"/>
                  <a:pt x="2290187" y="386752"/>
                </a:cubicBezTo>
                <a:cubicBezTo>
                  <a:pt x="2290187" y="386752"/>
                  <a:pt x="2381337" y="404066"/>
                  <a:pt x="2381337" y="404066"/>
                </a:cubicBezTo>
                <a:cubicBezTo>
                  <a:pt x="2377126" y="411228"/>
                  <a:pt x="2374055" y="419203"/>
                  <a:pt x="2372424" y="427786"/>
                </a:cubicBezTo>
                <a:cubicBezTo>
                  <a:pt x="2364757" y="468152"/>
                  <a:pt x="2391665" y="507681"/>
                  <a:pt x="2432034" y="515349"/>
                </a:cubicBezTo>
                <a:cubicBezTo>
                  <a:pt x="2472401" y="523016"/>
                  <a:pt x="2511929" y="496107"/>
                  <a:pt x="2519596" y="455740"/>
                </a:cubicBezTo>
                <a:cubicBezTo>
                  <a:pt x="2521225" y="447157"/>
                  <a:pt x="2521294" y="438611"/>
                  <a:pt x="2520001" y="430404"/>
                </a:cubicBezTo>
                <a:cubicBezTo>
                  <a:pt x="2520001" y="430404"/>
                  <a:pt x="2611151" y="447717"/>
                  <a:pt x="2611151" y="447717"/>
                </a:cubicBezTo>
                <a:cubicBezTo>
                  <a:pt x="2606939" y="454879"/>
                  <a:pt x="2603869" y="462854"/>
                  <a:pt x="2602238" y="471438"/>
                </a:cubicBezTo>
                <a:cubicBezTo>
                  <a:pt x="2594571" y="511804"/>
                  <a:pt x="2621478" y="551332"/>
                  <a:pt x="2661848" y="559000"/>
                </a:cubicBezTo>
                <a:cubicBezTo>
                  <a:pt x="2702214" y="566668"/>
                  <a:pt x="2741743" y="539758"/>
                  <a:pt x="2749410" y="499392"/>
                </a:cubicBezTo>
                <a:cubicBezTo>
                  <a:pt x="2751040" y="490808"/>
                  <a:pt x="2751107" y="482263"/>
                  <a:pt x="2749814" y="474055"/>
                </a:cubicBezTo>
                <a:cubicBezTo>
                  <a:pt x="2749814" y="474055"/>
                  <a:pt x="2840965" y="491369"/>
                  <a:pt x="2840965" y="491369"/>
                </a:cubicBezTo>
                <a:cubicBezTo>
                  <a:pt x="2836752" y="498531"/>
                  <a:pt x="2833682" y="506506"/>
                  <a:pt x="2832051" y="515089"/>
                </a:cubicBezTo>
                <a:cubicBezTo>
                  <a:pt x="2824384" y="555455"/>
                  <a:pt x="2851293" y="594984"/>
                  <a:pt x="2891661" y="602652"/>
                </a:cubicBezTo>
                <a:cubicBezTo>
                  <a:pt x="2932028" y="610319"/>
                  <a:pt x="2971556" y="583410"/>
                  <a:pt x="2979223" y="543044"/>
                </a:cubicBezTo>
                <a:cubicBezTo>
                  <a:pt x="2980853" y="534460"/>
                  <a:pt x="2980920" y="525914"/>
                  <a:pt x="2979627" y="517707"/>
                </a:cubicBezTo>
                <a:cubicBezTo>
                  <a:pt x="2979627" y="517707"/>
                  <a:pt x="3070778" y="535020"/>
                  <a:pt x="3070778" y="535020"/>
                </a:cubicBezTo>
                <a:cubicBezTo>
                  <a:pt x="3066566" y="542182"/>
                  <a:pt x="3063496" y="550158"/>
                  <a:pt x="3061865" y="558741"/>
                </a:cubicBezTo>
                <a:cubicBezTo>
                  <a:pt x="3054198" y="599107"/>
                  <a:pt x="3081105" y="638636"/>
                  <a:pt x="3121474" y="646303"/>
                </a:cubicBezTo>
                <a:cubicBezTo>
                  <a:pt x="3161843" y="653971"/>
                  <a:pt x="3201371" y="627062"/>
                  <a:pt x="3209038" y="586695"/>
                </a:cubicBezTo>
                <a:cubicBezTo>
                  <a:pt x="3210668" y="578112"/>
                  <a:pt x="3210735" y="569566"/>
                  <a:pt x="3209441" y="561359"/>
                </a:cubicBezTo>
                <a:cubicBezTo>
                  <a:pt x="3209441" y="561359"/>
                  <a:pt x="3300593" y="578672"/>
                  <a:pt x="3300593" y="578672"/>
                </a:cubicBezTo>
                <a:cubicBezTo>
                  <a:pt x="3296381" y="585834"/>
                  <a:pt x="3293310" y="593809"/>
                  <a:pt x="3291680" y="602393"/>
                </a:cubicBezTo>
                <a:cubicBezTo>
                  <a:pt x="3284012" y="642759"/>
                  <a:pt x="3310921" y="682287"/>
                  <a:pt x="3351288" y="689955"/>
                </a:cubicBezTo>
                <a:cubicBezTo>
                  <a:pt x="3391657" y="697623"/>
                  <a:pt x="3431184" y="670713"/>
                  <a:pt x="3438851" y="630347"/>
                </a:cubicBezTo>
                <a:cubicBezTo>
                  <a:pt x="3440482" y="621764"/>
                  <a:pt x="3440549" y="613218"/>
                  <a:pt x="3439256" y="605010"/>
                </a:cubicBezTo>
                <a:cubicBezTo>
                  <a:pt x="3439256" y="605010"/>
                  <a:pt x="3530408" y="622324"/>
                  <a:pt x="3530408" y="622324"/>
                </a:cubicBezTo>
                <a:cubicBezTo>
                  <a:pt x="3526195" y="629486"/>
                  <a:pt x="3523124" y="637461"/>
                  <a:pt x="3521494" y="646044"/>
                </a:cubicBezTo>
                <a:cubicBezTo>
                  <a:pt x="3515083" y="679788"/>
                  <a:pt x="3532836" y="712946"/>
                  <a:pt x="3562414" y="727397"/>
                </a:cubicBezTo>
                <a:cubicBezTo>
                  <a:pt x="3562414" y="727397"/>
                  <a:pt x="3562414" y="2014112"/>
                  <a:pt x="3562414" y="2014112"/>
                </a:cubicBezTo>
                <a:cubicBezTo>
                  <a:pt x="3562414" y="2014112"/>
                  <a:pt x="0" y="1337455"/>
                  <a:pt x="0" y="1337455"/>
                </a:cubicBezTo>
                <a:cubicBezTo>
                  <a:pt x="0" y="1337455"/>
                  <a:pt x="254041" y="0"/>
                  <a:pt x="254041" y="0"/>
                </a:cubicBezTo>
                <a:close/>
              </a:path>
            </a:pathLst>
          </a:custGeom>
          <a:solidFill>
            <a:schemeClr val="accent6">
              <a:lumMod val="75000"/>
              <a:alpha val="99999"/>
            </a:schemeClr>
          </a:solidFill>
          <a:ln w="12700" cap="flat" cmpd="sng" algn="ctr">
            <a:noFill/>
            <a:prstDash val="solid"/>
            <a:miter lim="800000"/>
          </a:ln>
        </p:spPr>
      </p:sp>
      <p:pic>
        <p:nvPicPr>
          <p:cNvPr id="1821300904" name=""/>
          <p:cNvPicPr>
            <a:picLocks noChangeAspect="1"/>
          </p:cNvPicPr>
          <p:nvPr/>
        </p:nvPicPr>
        <p:blipFill rotWithShape="1">
          <a:blip r:embed="rId3">
            <a:alphaModFix amt="42000"/>
          </a:blip>
          <a:srcRect l="41650" t="0" r="2111" b="65461"/>
          <a:stretch/>
        </p:blipFill>
        <p:spPr bwMode="auto">
          <a:xfrm rot="645226" flipH="0" flipV="0">
            <a:off x="8564382" y="606441"/>
            <a:ext cx="3497593" cy="1240590"/>
          </a:xfrm>
          <a:prstGeom prst="rect">
            <a:avLst/>
          </a:prstGeom>
        </p:spPr>
      </p:pic>
      <p:grpSp>
        <p:nvGrpSpPr>
          <p:cNvPr id="1744918541" name=""/>
          <p:cNvGrpSpPr/>
          <p:nvPr/>
        </p:nvGrpSpPr>
        <p:grpSpPr bwMode="auto">
          <a:xfrm rot="257074" flipH="0" flipV="0">
            <a:off x="10754784" y="1058331"/>
            <a:ext cx="1070910" cy="992696"/>
            <a:chOff x="0" y="0"/>
            <a:chExt cx="1070910" cy="992696"/>
          </a:xfrm>
        </p:grpSpPr>
        <p:sp>
          <p:nvSpPr>
            <p:cNvPr id="394482415" name=""/>
            <p:cNvSpPr/>
            <p:nvPr/>
          </p:nvSpPr>
          <p:spPr bwMode="auto">
            <a:xfrm>
              <a:off x="93915" y="0"/>
              <a:ext cx="898722" cy="93915"/>
            </a:xfrm>
            <a:custGeom>
              <a:avLst/>
              <a:gdLst/>
              <a:ahLst/>
              <a:cxnLst/>
              <a:rect l="0" t="0" r="r" b="b"/>
              <a:pathLst>
                <a:path w="1627599" h="170089" fill="norm" stroke="1" extrusionOk="0">
                  <a:moveTo>
                    <a:pt x="0" y="0"/>
                  </a:moveTo>
                  <a:cubicBezTo>
                    <a:pt x="0" y="0"/>
                    <a:pt x="51116" y="0"/>
                    <a:pt x="51116" y="0"/>
                  </a:cubicBezTo>
                  <a:cubicBezTo>
                    <a:pt x="48730" y="6661"/>
                    <a:pt x="47428" y="13821"/>
                    <a:pt x="47428" y="21261"/>
                  </a:cubicBezTo>
                  <a:cubicBezTo>
                    <a:pt x="47428" y="56251"/>
                    <a:pt x="76222" y="85043"/>
                    <a:pt x="111211" y="85043"/>
                  </a:cubicBezTo>
                  <a:cubicBezTo>
                    <a:pt x="146203" y="85043"/>
                    <a:pt x="174995" y="56251"/>
                    <a:pt x="174995" y="21261"/>
                  </a:cubicBezTo>
                  <a:cubicBezTo>
                    <a:pt x="174995" y="13821"/>
                    <a:pt x="173694" y="6661"/>
                    <a:pt x="171307" y="0"/>
                  </a:cubicBezTo>
                  <a:cubicBezTo>
                    <a:pt x="171307" y="0"/>
                    <a:pt x="250317" y="0"/>
                    <a:pt x="250317" y="0"/>
                  </a:cubicBezTo>
                  <a:cubicBezTo>
                    <a:pt x="247932" y="6661"/>
                    <a:pt x="246629" y="13821"/>
                    <a:pt x="246629" y="21261"/>
                  </a:cubicBezTo>
                  <a:cubicBezTo>
                    <a:pt x="246629" y="56251"/>
                    <a:pt x="275423" y="85043"/>
                    <a:pt x="310413" y="85043"/>
                  </a:cubicBezTo>
                  <a:cubicBezTo>
                    <a:pt x="345405" y="85043"/>
                    <a:pt x="374198" y="56251"/>
                    <a:pt x="374198" y="21261"/>
                  </a:cubicBezTo>
                  <a:cubicBezTo>
                    <a:pt x="374198" y="13821"/>
                    <a:pt x="372896" y="6661"/>
                    <a:pt x="370510" y="0"/>
                  </a:cubicBezTo>
                  <a:cubicBezTo>
                    <a:pt x="370510" y="0"/>
                    <a:pt x="449518" y="0"/>
                    <a:pt x="449518" y="0"/>
                  </a:cubicBezTo>
                  <a:cubicBezTo>
                    <a:pt x="447132" y="6661"/>
                    <a:pt x="445832" y="13821"/>
                    <a:pt x="445832" y="21261"/>
                  </a:cubicBezTo>
                  <a:cubicBezTo>
                    <a:pt x="445832" y="56251"/>
                    <a:pt x="474624" y="85043"/>
                    <a:pt x="509616" y="85043"/>
                  </a:cubicBezTo>
                  <a:cubicBezTo>
                    <a:pt x="544605" y="85043"/>
                    <a:pt x="573399" y="56251"/>
                    <a:pt x="573399" y="21261"/>
                  </a:cubicBezTo>
                  <a:cubicBezTo>
                    <a:pt x="573399" y="13821"/>
                    <a:pt x="572096" y="6661"/>
                    <a:pt x="569711" y="0"/>
                  </a:cubicBezTo>
                  <a:cubicBezTo>
                    <a:pt x="569711" y="0"/>
                    <a:pt x="648721" y="0"/>
                    <a:pt x="648721" y="0"/>
                  </a:cubicBezTo>
                  <a:cubicBezTo>
                    <a:pt x="646335" y="6661"/>
                    <a:pt x="645033" y="13821"/>
                    <a:pt x="645033" y="21261"/>
                  </a:cubicBezTo>
                  <a:cubicBezTo>
                    <a:pt x="645033" y="56251"/>
                    <a:pt x="673825" y="85043"/>
                    <a:pt x="708817" y="85043"/>
                  </a:cubicBezTo>
                  <a:cubicBezTo>
                    <a:pt x="743808" y="85043"/>
                    <a:pt x="772600" y="56251"/>
                    <a:pt x="772600" y="21261"/>
                  </a:cubicBezTo>
                  <a:cubicBezTo>
                    <a:pt x="772600" y="13821"/>
                    <a:pt x="771299" y="6661"/>
                    <a:pt x="768912" y="0"/>
                  </a:cubicBezTo>
                  <a:cubicBezTo>
                    <a:pt x="768912" y="0"/>
                    <a:pt x="847922" y="0"/>
                    <a:pt x="847922" y="0"/>
                  </a:cubicBezTo>
                  <a:cubicBezTo>
                    <a:pt x="845536" y="6661"/>
                    <a:pt x="844234" y="13821"/>
                    <a:pt x="844234" y="21261"/>
                  </a:cubicBezTo>
                  <a:cubicBezTo>
                    <a:pt x="844234" y="56251"/>
                    <a:pt x="873028" y="85043"/>
                    <a:pt x="908018" y="85043"/>
                  </a:cubicBezTo>
                  <a:cubicBezTo>
                    <a:pt x="943009" y="85043"/>
                    <a:pt x="971801" y="56251"/>
                    <a:pt x="971801" y="21261"/>
                  </a:cubicBezTo>
                  <a:cubicBezTo>
                    <a:pt x="971801" y="13821"/>
                    <a:pt x="970500" y="6661"/>
                    <a:pt x="968113" y="0"/>
                  </a:cubicBezTo>
                  <a:cubicBezTo>
                    <a:pt x="968113" y="0"/>
                    <a:pt x="1047123" y="0"/>
                    <a:pt x="1047123" y="0"/>
                  </a:cubicBezTo>
                  <a:cubicBezTo>
                    <a:pt x="1044738" y="6661"/>
                    <a:pt x="1043435" y="13821"/>
                    <a:pt x="1043435" y="21261"/>
                  </a:cubicBezTo>
                  <a:cubicBezTo>
                    <a:pt x="1043435" y="56251"/>
                    <a:pt x="1072229" y="85043"/>
                    <a:pt x="1107220" y="85043"/>
                  </a:cubicBezTo>
                  <a:cubicBezTo>
                    <a:pt x="1142211" y="85043"/>
                    <a:pt x="1171004" y="56251"/>
                    <a:pt x="1171004" y="21261"/>
                  </a:cubicBezTo>
                  <a:cubicBezTo>
                    <a:pt x="1171004" y="13821"/>
                    <a:pt x="1169702" y="6661"/>
                    <a:pt x="1167316" y="0"/>
                  </a:cubicBezTo>
                  <a:cubicBezTo>
                    <a:pt x="1167316" y="0"/>
                    <a:pt x="1246326" y="0"/>
                    <a:pt x="1246326" y="0"/>
                  </a:cubicBezTo>
                  <a:cubicBezTo>
                    <a:pt x="1243938" y="6661"/>
                    <a:pt x="1242638" y="13821"/>
                    <a:pt x="1242638" y="21261"/>
                  </a:cubicBezTo>
                  <a:cubicBezTo>
                    <a:pt x="1242638" y="56251"/>
                    <a:pt x="1271430" y="85043"/>
                    <a:pt x="1306422" y="85043"/>
                  </a:cubicBezTo>
                  <a:cubicBezTo>
                    <a:pt x="1341411" y="85043"/>
                    <a:pt x="1370205" y="56251"/>
                    <a:pt x="1370205" y="21261"/>
                  </a:cubicBezTo>
                  <a:cubicBezTo>
                    <a:pt x="1370205" y="13821"/>
                    <a:pt x="1368903" y="6661"/>
                    <a:pt x="1366517" y="0"/>
                  </a:cubicBezTo>
                  <a:cubicBezTo>
                    <a:pt x="1366517" y="0"/>
                    <a:pt x="1445527" y="0"/>
                    <a:pt x="1445527" y="0"/>
                  </a:cubicBezTo>
                  <a:cubicBezTo>
                    <a:pt x="1443141" y="6661"/>
                    <a:pt x="1441839" y="13821"/>
                    <a:pt x="1441839" y="21261"/>
                  </a:cubicBezTo>
                  <a:cubicBezTo>
                    <a:pt x="1441839" y="56251"/>
                    <a:pt x="1470633" y="85043"/>
                    <a:pt x="1505623" y="85043"/>
                  </a:cubicBezTo>
                  <a:cubicBezTo>
                    <a:pt x="1540614" y="85043"/>
                    <a:pt x="1569406" y="56251"/>
                    <a:pt x="1569406" y="21261"/>
                  </a:cubicBezTo>
                  <a:cubicBezTo>
                    <a:pt x="1569406" y="13821"/>
                    <a:pt x="1568105" y="6661"/>
                    <a:pt x="1565718" y="0"/>
                  </a:cubicBezTo>
                  <a:cubicBezTo>
                    <a:pt x="1565718" y="0"/>
                    <a:pt x="1627599" y="0"/>
                    <a:pt x="1627599" y="0"/>
                  </a:cubicBezTo>
                  <a:cubicBezTo>
                    <a:pt x="1627599" y="0"/>
                    <a:pt x="1627599" y="170089"/>
                    <a:pt x="1627599" y="170089"/>
                  </a:cubicBezTo>
                  <a:cubicBezTo>
                    <a:pt x="1627599" y="170089"/>
                    <a:pt x="0" y="170089"/>
                    <a:pt x="0" y="170089"/>
                  </a:cubicBezTo>
                  <a:cubicBezTo>
                    <a:pt x="0" y="170089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</p:spPr>
        </p:sp>
        <p:sp>
          <p:nvSpPr>
            <p:cNvPr id="1153884374" name=""/>
            <p:cNvSpPr/>
            <p:nvPr/>
          </p:nvSpPr>
          <p:spPr bwMode="auto">
            <a:xfrm rot="16199932" flipH="0" flipV="1">
              <a:off x="529553" y="447430"/>
              <a:ext cx="988785" cy="93915"/>
            </a:xfrm>
            <a:custGeom>
              <a:avLst/>
              <a:gdLst/>
              <a:ahLst/>
              <a:cxnLst/>
              <a:rect l="0" t="0" r="r" b="b"/>
              <a:pathLst>
                <a:path w="1627599" h="170089" fill="norm" stroke="1" extrusionOk="0">
                  <a:moveTo>
                    <a:pt x="0" y="0"/>
                  </a:moveTo>
                  <a:cubicBezTo>
                    <a:pt x="0" y="0"/>
                    <a:pt x="51116" y="0"/>
                    <a:pt x="51116" y="0"/>
                  </a:cubicBezTo>
                  <a:cubicBezTo>
                    <a:pt x="48730" y="6661"/>
                    <a:pt x="47428" y="13821"/>
                    <a:pt x="47428" y="21261"/>
                  </a:cubicBezTo>
                  <a:cubicBezTo>
                    <a:pt x="47428" y="56251"/>
                    <a:pt x="76222" y="85043"/>
                    <a:pt x="111211" y="85043"/>
                  </a:cubicBezTo>
                  <a:cubicBezTo>
                    <a:pt x="146203" y="85043"/>
                    <a:pt x="174995" y="56251"/>
                    <a:pt x="174995" y="21261"/>
                  </a:cubicBezTo>
                  <a:cubicBezTo>
                    <a:pt x="174995" y="13821"/>
                    <a:pt x="173694" y="6661"/>
                    <a:pt x="171307" y="0"/>
                  </a:cubicBezTo>
                  <a:cubicBezTo>
                    <a:pt x="171307" y="0"/>
                    <a:pt x="250317" y="0"/>
                    <a:pt x="250317" y="0"/>
                  </a:cubicBezTo>
                  <a:cubicBezTo>
                    <a:pt x="247932" y="6661"/>
                    <a:pt x="246629" y="13821"/>
                    <a:pt x="246629" y="21261"/>
                  </a:cubicBezTo>
                  <a:cubicBezTo>
                    <a:pt x="246629" y="56251"/>
                    <a:pt x="275423" y="85043"/>
                    <a:pt x="310413" y="85043"/>
                  </a:cubicBezTo>
                  <a:cubicBezTo>
                    <a:pt x="345405" y="85043"/>
                    <a:pt x="374198" y="56251"/>
                    <a:pt x="374198" y="21261"/>
                  </a:cubicBezTo>
                  <a:cubicBezTo>
                    <a:pt x="374198" y="13821"/>
                    <a:pt x="372896" y="6661"/>
                    <a:pt x="370510" y="0"/>
                  </a:cubicBezTo>
                  <a:cubicBezTo>
                    <a:pt x="370510" y="0"/>
                    <a:pt x="449518" y="0"/>
                    <a:pt x="449518" y="0"/>
                  </a:cubicBezTo>
                  <a:cubicBezTo>
                    <a:pt x="447132" y="6661"/>
                    <a:pt x="445832" y="13821"/>
                    <a:pt x="445832" y="21261"/>
                  </a:cubicBezTo>
                  <a:cubicBezTo>
                    <a:pt x="445832" y="56251"/>
                    <a:pt x="474624" y="85043"/>
                    <a:pt x="509616" y="85043"/>
                  </a:cubicBezTo>
                  <a:cubicBezTo>
                    <a:pt x="544605" y="85043"/>
                    <a:pt x="573399" y="56251"/>
                    <a:pt x="573399" y="21261"/>
                  </a:cubicBezTo>
                  <a:cubicBezTo>
                    <a:pt x="573399" y="13821"/>
                    <a:pt x="572096" y="6661"/>
                    <a:pt x="569711" y="0"/>
                  </a:cubicBezTo>
                  <a:cubicBezTo>
                    <a:pt x="569711" y="0"/>
                    <a:pt x="648721" y="0"/>
                    <a:pt x="648721" y="0"/>
                  </a:cubicBezTo>
                  <a:cubicBezTo>
                    <a:pt x="646335" y="6661"/>
                    <a:pt x="645033" y="13821"/>
                    <a:pt x="645033" y="21261"/>
                  </a:cubicBezTo>
                  <a:cubicBezTo>
                    <a:pt x="645033" y="56251"/>
                    <a:pt x="673825" y="85043"/>
                    <a:pt x="708817" y="85043"/>
                  </a:cubicBezTo>
                  <a:cubicBezTo>
                    <a:pt x="743808" y="85043"/>
                    <a:pt x="772600" y="56251"/>
                    <a:pt x="772600" y="21261"/>
                  </a:cubicBezTo>
                  <a:cubicBezTo>
                    <a:pt x="772600" y="13821"/>
                    <a:pt x="771299" y="6661"/>
                    <a:pt x="768912" y="0"/>
                  </a:cubicBezTo>
                  <a:cubicBezTo>
                    <a:pt x="768912" y="0"/>
                    <a:pt x="847922" y="0"/>
                    <a:pt x="847922" y="0"/>
                  </a:cubicBezTo>
                  <a:cubicBezTo>
                    <a:pt x="845536" y="6661"/>
                    <a:pt x="844234" y="13821"/>
                    <a:pt x="844234" y="21261"/>
                  </a:cubicBezTo>
                  <a:cubicBezTo>
                    <a:pt x="844234" y="56251"/>
                    <a:pt x="873028" y="85043"/>
                    <a:pt x="908018" y="85043"/>
                  </a:cubicBezTo>
                  <a:cubicBezTo>
                    <a:pt x="943009" y="85043"/>
                    <a:pt x="971801" y="56251"/>
                    <a:pt x="971801" y="21261"/>
                  </a:cubicBezTo>
                  <a:cubicBezTo>
                    <a:pt x="971801" y="13821"/>
                    <a:pt x="970500" y="6661"/>
                    <a:pt x="968113" y="0"/>
                  </a:cubicBezTo>
                  <a:cubicBezTo>
                    <a:pt x="968113" y="0"/>
                    <a:pt x="1047123" y="0"/>
                    <a:pt x="1047123" y="0"/>
                  </a:cubicBezTo>
                  <a:cubicBezTo>
                    <a:pt x="1044738" y="6661"/>
                    <a:pt x="1043435" y="13821"/>
                    <a:pt x="1043435" y="21261"/>
                  </a:cubicBezTo>
                  <a:cubicBezTo>
                    <a:pt x="1043435" y="56251"/>
                    <a:pt x="1072229" y="85043"/>
                    <a:pt x="1107220" y="85043"/>
                  </a:cubicBezTo>
                  <a:cubicBezTo>
                    <a:pt x="1142211" y="85043"/>
                    <a:pt x="1171004" y="56251"/>
                    <a:pt x="1171004" y="21261"/>
                  </a:cubicBezTo>
                  <a:cubicBezTo>
                    <a:pt x="1171004" y="13821"/>
                    <a:pt x="1169702" y="6661"/>
                    <a:pt x="1167316" y="0"/>
                  </a:cubicBezTo>
                  <a:cubicBezTo>
                    <a:pt x="1167316" y="0"/>
                    <a:pt x="1246326" y="0"/>
                    <a:pt x="1246326" y="0"/>
                  </a:cubicBezTo>
                  <a:cubicBezTo>
                    <a:pt x="1243938" y="6661"/>
                    <a:pt x="1242638" y="13821"/>
                    <a:pt x="1242638" y="21261"/>
                  </a:cubicBezTo>
                  <a:cubicBezTo>
                    <a:pt x="1242638" y="56251"/>
                    <a:pt x="1271430" y="85043"/>
                    <a:pt x="1306422" y="85043"/>
                  </a:cubicBezTo>
                  <a:cubicBezTo>
                    <a:pt x="1341411" y="85043"/>
                    <a:pt x="1370205" y="56251"/>
                    <a:pt x="1370205" y="21261"/>
                  </a:cubicBezTo>
                  <a:cubicBezTo>
                    <a:pt x="1370205" y="13821"/>
                    <a:pt x="1368903" y="6661"/>
                    <a:pt x="1366517" y="0"/>
                  </a:cubicBezTo>
                  <a:cubicBezTo>
                    <a:pt x="1366517" y="0"/>
                    <a:pt x="1445527" y="0"/>
                    <a:pt x="1445527" y="0"/>
                  </a:cubicBezTo>
                  <a:cubicBezTo>
                    <a:pt x="1443141" y="6661"/>
                    <a:pt x="1441839" y="13821"/>
                    <a:pt x="1441839" y="21261"/>
                  </a:cubicBezTo>
                  <a:cubicBezTo>
                    <a:pt x="1441839" y="56251"/>
                    <a:pt x="1470633" y="85043"/>
                    <a:pt x="1505623" y="85043"/>
                  </a:cubicBezTo>
                  <a:cubicBezTo>
                    <a:pt x="1540614" y="85043"/>
                    <a:pt x="1569406" y="56251"/>
                    <a:pt x="1569406" y="21261"/>
                  </a:cubicBezTo>
                  <a:cubicBezTo>
                    <a:pt x="1569406" y="13821"/>
                    <a:pt x="1568105" y="6661"/>
                    <a:pt x="1565718" y="0"/>
                  </a:cubicBezTo>
                  <a:cubicBezTo>
                    <a:pt x="1565718" y="0"/>
                    <a:pt x="1627599" y="0"/>
                    <a:pt x="1627599" y="0"/>
                  </a:cubicBezTo>
                  <a:cubicBezTo>
                    <a:pt x="1627599" y="0"/>
                    <a:pt x="1627599" y="170089"/>
                    <a:pt x="1627599" y="170089"/>
                  </a:cubicBezTo>
                  <a:cubicBezTo>
                    <a:pt x="1627599" y="170089"/>
                    <a:pt x="0" y="170089"/>
                    <a:pt x="0" y="170089"/>
                  </a:cubicBezTo>
                  <a:cubicBezTo>
                    <a:pt x="0" y="170089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</p:spPr>
        </p:sp>
        <p:sp>
          <p:nvSpPr>
            <p:cNvPr id="360208737" name=""/>
            <p:cNvSpPr/>
            <p:nvPr/>
          </p:nvSpPr>
          <p:spPr bwMode="auto">
            <a:xfrm rot="16199932" flipH="0" flipV="0">
              <a:off x="-447429" y="451342"/>
              <a:ext cx="988785" cy="93915"/>
            </a:xfrm>
            <a:custGeom>
              <a:avLst/>
              <a:gdLst/>
              <a:ahLst/>
              <a:cxnLst/>
              <a:rect l="0" t="0" r="r" b="b"/>
              <a:pathLst>
                <a:path w="1627599" h="170089" fill="norm" stroke="1" extrusionOk="0">
                  <a:moveTo>
                    <a:pt x="0" y="0"/>
                  </a:moveTo>
                  <a:cubicBezTo>
                    <a:pt x="0" y="0"/>
                    <a:pt x="51116" y="0"/>
                    <a:pt x="51116" y="0"/>
                  </a:cubicBezTo>
                  <a:cubicBezTo>
                    <a:pt x="48730" y="6661"/>
                    <a:pt x="47428" y="13821"/>
                    <a:pt x="47428" y="21261"/>
                  </a:cubicBezTo>
                  <a:cubicBezTo>
                    <a:pt x="47428" y="56251"/>
                    <a:pt x="76222" y="85043"/>
                    <a:pt x="111211" y="85043"/>
                  </a:cubicBezTo>
                  <a:cubicBezTo>
                    <a:pt x="146203" y="85043"/>
                    <a:pt x="174995" y="56251"/>
                    <a:pt x="174995" y="21261"/>
                  </a:cubicBezTo>
                  <a:cubicBezTo>
                    <a:pt x="174995" y="13821"/>
                    <a:pt x="173694" y="6661"/>
                    <a:pt x="171307" y="0"/>
                  </a:cubicBezTo>
                  <a:cubicBezTo>
                    <a:pt x="171307" y="0"/>
                    <a:pt x="250317" y="0"/>
                    <a:pt x="250317" y="0"/>
                  </a:cubicBezTo>
                  <a:cubicBezTo>
                    <a:pt x="247932" y="6661"/>
                    <a:pt x="246629" y="13821"/>
                    <a:pt x="246629" y="21261"/>
                  </a:cubicBezTo>
                  <a:cubicBezTo>
                    <a:pt x="246629" y="56251"/>
                    <a:pt x="275423" y="85043"/>
                    <a:pt x="310413" y="85043"/>
                  </a:cubicBezTo>
                  <a:cubicBezTo>
                    <a:pt x="345405" y="85043"/>
                    <a:pt x="374198" y="56251"/>
                    <a:pt x="374198" y="21261"/>
                  </a:cubicBezTo>
                  <a:cubicBezTo>
                    <a:pt x="374198" y="13821"/>
                    <a:pt x="372896" y="6661"/>
                    <a:pt x="370510" y="0"/>
                  </a:cubicBezTo>
                  <a:cubicBezTo>
                    <a:pt x="370510" y="0"/>
                    <a:pt x="449518" y="0"/>
                    <a:pt x="449518" y="0"/>
                  </a:cubicBezTo>
                  <a:cubicBezTo>
                    <a:pt x="447132" y="6661"/>
                    <a:pt x="445832" y="13821"/>
                    <a:pt x="445832" y="21261"/>
                  </a:cubicBezTo>
                  <a:cubicBezTo>
                    <a:pt x="445832" y="56251"/>
                    <a:pt x="474624" y="85043"/>
                    <a:pt x="509616" y="85043"/>
                  </a:cubicBezTo>
                  <a:cubicBezTo>
                    <a:pt x="544605" y="85043"/>
                    <a:pt x="573399" y="56251"/>
                    <a:pt x="573399" y="21261"/>
                  </a:cubicBezTo>
                  <a:cubicBezTo>
                    <a:pt x="573399" y="13821"/>
                    <a:pt x="572096" y="6661"/>
                    <a:pt x="569711" y="0"/>
                  </a:cubicBezTo>
                  <a:cubicBezTo>
                    <a:pt x="569711" y="0"/>
                    <a:pt x="648721" y="0"/>
                    <a:pt x="648721" y="0"/>
                  </a:cubicBezTo>
                  <a:cubicBezTo>
                    <a:pt x="646335" y="6661"/>
                    <a:pt x="645033" y="13821"/>
                    <a:pt x="645033" y="21261"/>
                  </a:cubicBezTo>
                  <a:cubicBezTo>
                    <a:pt x="645033" y="56251"/>
                    <a:pt x="673825" y="85043"/>
                    <a:pt x="708817" y="85043"/>
                  </a:cubicBezTo>
                  <a:cubicBezTo>
                    <a:pt x="743808" y="85043"/>
                    <a:pt x="772600" y="56251"/>
                    <a:pt x="772600" y="21261"/>
                  </a:cubicBezTo>
                  <a:cubicBezTo>
                    <a:pt x="772600" y="13821"/>
                    <a:pt x="771299" y="6661"/>
                    <a:pt x="768912" y="0"/>
                  </a:cubicBezTo>
                  <a:cubicBezTo>
                    <a:pt x="768912" y="0"/>
                    <a:pt x="847922" y="0"/>
                    <a:pt x="847922" y="0"/>
                  </a:cubicBezTo>
                  <a:cubicBezTo>
                    <a:pt x="845536" y="6661"/>
                    <a:pt x="844234" y="13821"/>
                    <a:pt x="844234" y="21261"/>
                  </a:cubicBezTo>
                  <a:cubicBezTo>
                    <a:pt x="844234" y="56251"/>
                    <a:pt x="873028" y="85043"/>
                    <a:pt x="908018" y="85043"/>
                  </a:cubicBezTo>
                  <a:cubicBezTo>
                    <a:pt x="943009" y="85043"/>
                    <a:pt x="971801" y="56251"/>
                    <a:pt x="971801" y="21261"/>
                  </a:cubicBezTo>
                  <a:cubicBezTo>
                    <a:pt x="971801" y="13821"/>
                    <a:pt x="970500" y="6661"/>
                    <a:pt x="968113" y="0"/>
                  </a:cubicBezTo>
                  <a:cubicBezTo>
                    <a:pt x="968113" y="0"/>
                    <a:pt x="1047123" y="0"/>
                    <a:pt x="1047123" y="0"/>
                  </a:cubicBezTo>
                  <a:cubicBezTo>
                    <a:pt x="1044738" y="6661"/>
                    <a:pt x="1043435" y="13821"/>
                    <a:pt x="1043435" y="21261"/>
                  </a:cubicBezTo>
                  <a:cubicBezTo>
                    <a:pt x="1043435" y="56251"/>
                    <a:pt x="1072229" y="85043"/>
                    <a:pt x="1107220" y="85043"/>
                  </a:cubicBezTo>
                  <a:cubicBezTo>
                    <a:pt x="1142211" y="85043"/>
                    <a:pt x="1171004" y="56251"/>
                    <a:pt x="1171004" y="21261"/>
                  </a:cubicBezTo>
                  <a:cubicBezTo>
                    <a:pt x="1171004" y="13821"/>
                    <a:pt x="1169702" y="6661"/>
                    <a:pt x="1167316" y="0"/>
                  </a:cubicBezTo>
                  <a:cubicBezTo>
                    <a:pt x="1167316" y="0"/>
                    <a:pt x="1246326" y="0"/>
                    <a:pt x="1246326" y="0"/>
                  </a:cubicBezTo>
                  <a:cubicBezTo>
                    <a:pt x="1243938" y="6661"/>
                    <a:pt x="1242638" y="13821"/>
                    <a:pt x="1242638" y="21261"/>
                  </a:cubicBezTo>
                  <a:cubicBezTo>
                    <a:pt x="1242638" y="56251"/>
                    <a:pt x="1271430" y="85043"/>
                    <a:pt x="1306422" y="85043"/>
                  </a:cubicBezTo>
                  <a:cubicBezTo>
                    <a:pt x="1341411" y="85043"/>
                    <a:pt x="1370205" y="56251"/>
                    <a:pt x="1370205" y="21261"/>
                  </a:cubicBezTo>
                  <a:cubicBezTo>
                    <a:pt x="1370205" y="13821"/>
                    <a:pt x="1368903" y="6661"/>
                    <a:pt x="1366517" y="0"/>
                  </a:cubicBezTo>
                  <a:cubicBezTo>
                    <a:pt x="1366517" y="0"/>
                    <a:pt x="1445527" y="0"/>
                    <a:pt x="1445527" y="0"/>
                  </a:cubicBezTo>
                  <a:cubicBezTo>
                    <a:pt x="1443141" y="6661"/>
                    <a:pt x="1441839" y="13821"/>
                    <a:pt x="1441839" y="21261"/>
                  </a:cubicBezTo>
                  <a:cubicBezTo>
                    <a:pt x="1441839" y="56251"/>
                    <a:pt x="1470633" y="85043"/>
                    <a:pt x="1505623" y="85043"/>
                  </a:cubicBezTo>
                  <a:cubicBezTo>
                    <a:pt x="1540614" y="85043"/>
                    <a:pt x="1569406" y="56251"/>
                    <a:pt x="1569406" y="21261"/>
                  </a:cubicBezTo>
                  <a:cubicBezTo>
                    <a:pt x="1569406" y="13821"/>
                    <a:pt x="1568105" y="6661"/>
                    <a:pt x="1565718" y="0"/>
                  </a:cubicBezTo>
                  <a:cubicBezTo>
                    <a:pt x="1565718" y="0"/>
                    <a:pt x="1627599" y="0"/>
                    <a:pt x="1627599" y="0"/>
                  </a:cubicBezTo>
                  <a:cubicBezTo>
                    <a:pt x="1627599" y="0"/>
                    <a:pt x="1627599" y="170089"/>
                    <a:pt x="1627599" y="170089"/>
                  </a:cubicBezTo>
                  <a:cubicBezTo>
                    <a:pt x="1627599" y="170089"/>
                    <a:pt x="0" y="170089"/>
                    <a:pt x="0" y="170089"/>
                  </a:cubicBezTo>
                  <a:cubicBezTo>
                    <a:pt x="0" y="170089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</p:spPr>
        </p:sp>
        <p:grpSp>
          <p:nvGrpSpPr>
            <p:cNvPr id="255732724" name=""/>
            <p:cNvGrpSpPr/>
            <p:nvPr/>
          </p:nvGrpSpPr>
          <p:grpSpPr bwMode="auto">
            <a:xfrm flipH="0" flipV="0">
              <a:off x="87654" y="46955"/>
              <a:ext cx="898722" cy="941823"/>
              <a:chOff x="0" y="0"/>
              <a:chExt cx="898722" cy="941823"/>
            </a:xfrm>
          </p:grpSpPr>
          <p:sp>
            <p:nvSpPr>
              <p:cNvPr id="946474836" name=""/>
              <p:cNvSpPr/>
              <p:nvPr/>
            </p:nvSpPr>
            <p:spPr bwMode="auto">
              <a:xfrm rot="0" flipH="0" flipV="0">
                <a:off x="6257" y="0"/>
                <a:ext cx="892459" cy="89245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379431148" name=""/>
              <p:cNvSpPr/>
              <p:nvPr/>
            </p:nvSpPr>
            <p:spPr bwMode="auto">
              <a:xfrm rot="0" flipH="0" flipV="0">
                <a:off x="90700" y="89554"/>
                <a:ext cx="723573" cy="72357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363894208" name=""/>
              <p:cNvSpPr/>
              <p:nvPr/>
            </p:nvSpPr>
            <p:spPr bwMode="auto">
              <a:xfrm flipV="1">
                <a:off x="0" y="847902"/>
                <a:ext cx="898722" cy="93915"/>
              </a:xfrm>
              <a:custGeom>
                <a:avLst/>
                <a:gdLst/>
                <a:ahLst/>
                <a:cxnLst/>
                <a:rect l="0" t="0" r="r" b="b"/>
                <a:pathLst>
                  <a:path w="1627599" h="170089" fill="norm" stroke="1" extrusionOk="0">
                    <a:moveTo>
                      <a:pt x="0" y="0"/>
                    </a:moveTo>
                    <a:cubicBezTo>
                      <a:pt x="0" y="0"/>
                      <a:pt x="51116" y="0"/>
                      <a:pt x="51116" y="0"/>
                    </a:cubicBezTo>
                    <a:cubicBezTo>
                      <a:pt x="48730" y="6661"/>
                      <a:pt x="47428" y="13821"/>
                      <a:pt x="47428" y="21261"/>
                    </a:cubicBezTo>
                    <a:cubicBezTo>
                      <a:pt x="47428" y="56251"/>
                      <a:pt x="76222" y="85043"/>
                      <a:pt x="111211" y="85043"/>
                    </a:cubicBezTo>
                    <a:cubicBezTo>
                      <a:pt x="146203" y="85043"/>
                      <a:pt x="174995" y="56251"/>
                      <a:pt x="174995" y="21261"/>
                    </a:cubicBezTo>
                    <a:cubicBezTo>
                      <a:pt x="174995" y="13821"/>
                      <a:pt x="173694" y="6661"/>
                      <a:pt x="171307" y="0"/>
                    </a:cubicBezTo>
                    <a:cubicBezTo>
                      <a:pt x="171307" y="0"/>
                      <a:pt x="250317" y="0"/>
                      <a:pt x="250317" y="0"/>
                    </a:cubicBezTo>
                    <a:cubicBezTo>
                      <a:pt x="247932" y="6661"/>
                      <a:pt x="246629" y="13821"/>
                      <a:pt x="246629" y="21261"/>
                    </a:cubicBezTo>
                    <a:cubicBezTo>
                      <a:pt x="246629" y="56251"/>
                      <a:pt x="275423" y="85043"/>
                      <a:pt x="310413" y="85043"/>
                    </a:cubicBezTo>
                    <a:cubicBezTo>
                      <a:pt x="345405" y="85043"/>
                      <a:pt x="374198" y="56251"/>
                      <a:pt x="374198" y="21261"/>
                    </a:cubicBezTo>
                    <a:cubicBezTo>
                      <a:pt x="374198" y="13821"/>
                      <a:pt x="372896" y="6661"/>
                      <a:pt x="370510" y="0"/>
                    </a:cubicBezTo>
                    <a:cubicBezTo>
                      <a:pt x="370510" y="0"/>
                      <a:pt x="449518" y="0"/>
                      <a:pt x="449518" y="0"/>
                    </a:cubicBezTo>
                    <a:cubicBezTo>
                      <a:pt x="447132" y="6661"/>
                      <a:pt x="445832" y="13821"/>
                      <a:pt x="445832" y="21261"/>
                    </a:cubicBezTo>
                    <a:cubicBezTo>
                      <a:pt x="445832" y="56251"/>
                      <a:pt x="474624" y="85043"/>
                      <a:pt x="509616" y="85043"/>
                    </a:cubicBezTo>
                    <a:cubicBezTo>
                      <a:pt x="544605" y="85043"/>
                      <a:pt x="573399" y="56251"/>
                      <a:pt x="573399" y="21261"/>
                    </a:cubicBezTo>
                    <a:cubicBezTo>
                      <a:pt x="573399" y="13821"/>
                      <a:pt x="572096" y="6661"/>
                      <a:pt x="569711" y="0"/>
                    </a:cubicBezTo>
                    <a:cubicBezTo>
                      <a:pt x="569711" y="0"/>
                      <a:pt x="648721" y="0"/>
                      <a:pt x="648721" y="0"/>
                    </a:cubicBezTo>
                    <a:cubicBezTo>
                      <a:pt x="646335" y="6661"/>
                      <a:pt x="645033" y="13821"/>
                      <a:pt x="645033" y="21261"/>
                    </a:cubicBezTo>
                    <a:cubicBezTo>
                      <a:pt x="645033" y="56251"/>
                      <a:pt x="673825" y="85043"/>
                      <a:pt x="708817" y="85043"/>
                    </a:cubicBezTo>
                    <a:cubicBezTo>
                      <a:pt x="743808" y="85043"/>
                      <a:pt x="772600" y="56251"/>
                      <a:pt x="772600" y="21261"/>
                    </a:cubicBezTo>
                    <a:cubicBezTo>
                      <a:pt x="772600" y="13821"/>
                      <a:pt x="771299" y="6661"/>
                      <a:pt x="768912" y="0"/>
                    </a:cubicBezTo>
                    <a:cubicBezTo>
                      <a:pt x="768912" y="0"/>
                      <a:pt x="847922" y="0"/>
                      <a:pt x="847922" y="0"/>
                    </a:cubicBezTo>
                    <a:cubicBezTo>
                      <a:pt x="845536" y="6661"/>
                      <a:pt x="844234" y="13821"/>
                      <a:pt x="844234" y="21261"/>
                    </a:cubicBezTo>
                    <a:cubicBezTo>
                      <a:pt x="844234" y="56251"/>
                      <a:pt x="873028" y="85043"/>
                      <a:pt x="908018" y="85043"/>
                    </a:cubicBezTo>
                    <a:cubicBezTo>
                      <a:pt x="943009" y="85043"/>
                      <a:pt x="971801" y="56251"/>
                      <a:pt x="971801" y="21261"/>
                    </a:cubicBezTo>
                    <a:cubicBezTo>
                      <a:pt x="971801" y="13821"/>
                      <a:pt x="970500" y="6661"/>
                      <a:pt x="968113" y="0"/>
                    </a:cubicBezTo>
                    <a:cubicBezTo>
                      <a:pt x="968113" y="0"/>
                      <a:pt x="1047123" y="0"/>
                      <a:pt x="1047123" y="0"/>
                    </a:cubicBezTo>
                    <a:cubicBezTo>
                      <a:pt x="1044738" y="6661"/>
                      <a:pt x="1043435" y="13821"/>
                      <a:pt x="1043435" y="21261"/>
                    </a:cubicBezTo>
                    <a:cubicBezTo>
                      <a:pt x="1043435" y="56251"/>
                      <a:pt x="1072229" y="85043"/>
                      <a:pt x="1107220" y="85043"/>
                    </a:cubicBezTo>
                    <a:cubicBezTo>
                      <a:pt x="1142211" y="85043"/>
                      <a:pt x="1171004" y="56251"/>
                      <a:pt x="1171004" y="21261"/>
                    </a:cubicBezTo>
                    <a:cubicBezTo>
                      <a:pt x="1171004" y="13821"/>
                      <a:pt x="1169702" y="6661"/>
                      <a:pt x="1167316" y="0"/>
                    </a:cubicBezTo>
                    <a:cubicBezTo>
                      <a:pt x="1167316" y="0"/>
                      <a:pt x="1246326" y="0"/>
                      <a:pt x="1246326" y="0"/>
                    </a:cubicBezTo>
                    <a:cubicBezTo>
                      <a:pt x="1243938" y="6661"/>
                      <a:pt x="1242638" y="13821"/>
                      <a:pt x="1242638" y="21261"/>
                    </a:cubicBezTo>
                    <a:cubicBezTo>
                      <a:pt x="1242638" y="56251"/>
                      <a:pt x="1271430" y="85043"/>
                      <a:pt x="1306422" y="85043"/>
                    </a:cubicBezTo>
                    <a:cubicBezTo>
                      <a:pt x="1341411" y="85043"/>
                      <a:pt x="1370205" y="56251"/>
                      <a:pt x="1370205" y="21261"/>
                    </a:cubicBezTo>
                    <a:cubicBezTo>
                      <a:pt x="1370205" y="13821"/>
                      <a:pt x="1368903" y="6661"/>
                      <a:pt x="1366517" y="0"/>
                    </a:cubicBezTo>
                    <a:cubicBezTo>
                      <a:pt x="1366517" y="0"/>
                      <a:pt x="1445527" y="0"/>
                      <a:pt x="1445527" y="0"/>
                    </a:cubicBezTo>
                    <a:cubicBezTo>
                      <a:pt x="1443141" y="6661"/>
                      <a:pt x="1441839" y="13821"/>
                      <a:pt x="1441839" y="21261"/>
                    </a:cubicBezTo>
                    <a:cubicBezTo>
                      <a:pt x="1441839" y="56251"/>
                      <a:pt x="1470633" y="85043"/>
                      <a:pt x="1505623" y="85043"/>
                    </a:cubicBezTo>
                    <a:cubicBezTo>
                      <a:pt x="1540614" y="85043"/>
                      <a:pt x="1569406" y="56251"/>
                      <a:pt x="1569406" y="21261"/>
                    </a:cubicBezTo>
                    <a:cubicBezTo>
                      <a:pt x="1569406" y="13821"/>
                      <a:pt x="1568105" y="6661"/>
                      <a:pt x="1565718" y="0"/>
                    </a:cubicBezTo>
                    <a:cubicBezTo>
                      <a:pt x="1565718" y="0"/>
                      <a:pt x="1627599" y="0"/>
                      <a:pt x="1627599" y="0"/>
                    </a:cubicBezTo>
                    <a:cubicBezTo>
                      <a:pt x="1627599" y="0"/>
                      <a:pt x="1627599" y="170089"/>
                      <a:pt x="1627599" y="170089"/>
                    </a:cubicBezTo>
                    <a:cubicBezTo>
                      <a:pt x="1627599" y="170089"/>
                      <a:pt x="0" y="170089"/>
                      <a:pt x="0" y="170089"/>
                    </a:cubicBezTo>
                    <a:cubicBezTo>
                      <a:pt x="0" y="170089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</p:spPr>
          </p:sp>
        </p:grpSp>
      </p:grpSp>
      <p:pic>
        <p:nvPicPr>
          <p:cNvPr id="148076142" name=""/>
          <p:cNvPicPr/>
          <p:nvPr/>
        </p:nvPicPr>
        <p:blipFill rotWithShape="1">
          <a:blip r:embed="rId4"/>
          <a:stretch/>
        </p:blipFill>
        <p:spPr bwMode="auto">
          <a:xfrm rot="0" flipH="0" flipV="0">
            <a:off x="-3046" y="0"/>
            <a:ext cx="12198094" cy="6858000"/>
          </a:xfrm>
          <a:prstGeom prst="rect">
            <a:avLst/>
          </a:prstGeom>
        </p:spPr>
      </p:pic>
      <p:sp>
        <p:nvSpPr>
          <p:cNvPr id="1757584510" name=""/>
          <p:cNvSpPr/>
          <p:nvPr/>
        </p:nvSpPr>
        <p:spPr bwMode="auto">
          <a:xfrm flipH="0" flipV="0">
            <a:off x="2554674" y="3602036"/>
            <a:ext cx="7082647" cy="827879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1149" y="2293"/>
                </a:moveTo>
                <a:cubicBezTo>
                  <a:pt x="1514" y="3058"/>
                  <a:pt x="1985" y="3058"/>
                  <a:pt x="2402" y="3058"/>
                </a:cubicBezTo>
                <a:cubicBezTo>
                  <a:pt x="2716" y="2676"/>
                  <a:pt x="3029" y="2293"/>
                  <a:pt x="3343" y="1911"/>
                </a:cubicBezTo>
                <a:cubicBezTo>
                  <a:pt x="3604" y="764"/>
                  <a:pt x="3917" y="1529"/>
                  <a:pt x="4231" y="2293"/>
                </a:cubicBezTo>
                <a:cubicBezTo>
                  <a:pt x="4649" y="2293"/>
                  <a:pt x="4962" y="2293"/>
                  <a:pt x="5275" y="2293"/>
                </a:cubicBezTo>
                <a:cubicBezTo>
                  <a:pt x="5693" y="3058"/>
                  <a:pt x="6163" y="3440"/>
                  <a:pt x="6477" y="3440"/>
                </a:cubicBezTo>
                <a:cubicBezTo>
                  <a:pt x="6947" y="3440"/>
                  <a:pt x="7260" y="3440"/>
                  <a:pt x="7574" y="3440"/>
                </a:cubicBezTo>
                <a:cubicBezTo>
                  <a:pt x="7887" y="2676"/>
                  <a:pt x="8148" y="1529"/>
                  <a:pt x="8462" y="1529"/>
                </a:cubicBezTo>
                <a:cubicBezTo>
                  <a:pt x="8775" y="764"/>
                  <a:pt x="9141" y="764"/>
                  <a:pt x="9454" y="764"/>
                </a:cubicBezTo>
                <a:cubicBezTo>
                  <a:pt x="9768" y="0"/>
                  <a:pt x="10081" y="764"/>
                  <a:pt x="10395" y="1146"/>
                </a:cubicBezTo>
                <a:cubicBezTo>
                  <a:pt x="10708" y="1529"/>
                  <a:pt x="11022" y="1529"/>
                  <a:pt x="11387" y="1529"/>
                </a:cubicBezTo>
                <a:cubicBezTo>
                  <a:pt x="11753" y="1529"/>
                  <a:pt x="12118" y="1529"/>
                  <a:pt x="12484" y="1911"/>
                </a:cubicBezTo>
                <a:cubicBezTo>
                  <a:pt x="12798" y="1911"/>
                  <a:pt x="13111" y="1911"/>
                  <a:pt x="13424" y="1911"/>
                </a:cubicBezTo>
                <a:cubicBezTo>
                  <a:pt x="13738" y="1529"/>
                  <a:pt x="13999" y="382"/>
                  <a:pt x="14312" y="1529"/>
                </a:cubicBezTo>
                <a:cubicBezTo>
                  <a:pt x="14678" y="2293"/>
                  <a:pt x="15148" y="2293"/>
                  <a:pt x="15514" y="2293"/>
                </a:cubicBezTo>
                <a:cubicBezTo>
                  <a:pt x="15827" y="2293"/>
                  <a:pt x="16141" y="2293"/>
                  <a:pt x="16454" y="2293"/>
                </a:cubicBezTo>
                <a:cubicBezTo>
                  <a:pt x="16768" y="2293"/>
                  <a:pt x="17081" y="2293"/>
                  <a:pt x="17394" y="2293"/>
                </a:cubicBezTo>
                <a:cubicBezTo>
                  <a:pt x="17708" y="2293"/>
                  <a:pt x="18021" y="1911"/>
                  <a:pt x="18439" y="1529"/>
                </a:cubicBezTo>
                <a:cubicBezTo>
                  <a:pt x="18753" y="1529"/>
                  <a:pt x="19170" y="764"/>
                  <a:pt x="19484" y="764"/>
                </a:cubicBezTo>
                <a:cubicBezTo>
                  <a:pt x="19797" y="764"/>
                  <a:pt x="20111" y="382"/>
                  <a:pt x="20633" y="382"/>
                </a:cubicBezTo>
                <a:cubicBezTo>
                  <a:pt x="20947" y="382"/>
                  <a:pt x="21260" y="764"/>
                  <a:pt x="21573" y="764"/>
                </a:cubicBezTo>
                <a:cubicBezTo>
                  <a:pt x="21887" y="2293"/>
                  <a:pt x="22148" y="3440"/>
                  <a:pt x="22409" y="4587"/>
                </a:cubicBezTo>
                <a:cubicBezTo>
                  <a:pt x="22723" y="4587"/>
                  <a:pt x="23036" y="4587"/>
                  <a:pt x="23349" y="3823"/>
                </a:cubicBezTo>
                <a:cubicBezTo>
                  <a:pt x="23767" y="3058"/>
                  <a:pt x="24081" y="3058"/>
                  <a:pt x="24394" y="2676"/>
                </a:cubicBezTo>
                <a:cubicBezTo>
                  <a:pt x="24708" y="2293"/>
                  <a:pt x="25178" y="1911"/>
                  <a:pt x="25543" y="1911"/>
                </a:cubicBezTo>
                <a:cubicBezTo>
                  <a:pt x="25857" y="1529"/>
                  <a:pt x="26275" y="1529"/>
                  <a:pt x="26797" y="1146"/>
                </a:cubicBezTo>
                <a:cubicBezTo>
                  <a:pt x="27111" y="1146"/>
                  <a:pt x="27424" y="1146"/>
                  <a:pt x="27737" y="1146"/>
                </a:cubicBezTo>
                <a:cubicBezTo>
                  <a:pt x="28051" y="1146"/>
                  <a:pt x="28364" y="1911"/>
                  <a:pt x="28678" y="2293"/>
                </a:cubicBezTo>
                <a:cubicBezTo>
                  <a:pt x="28991" y="2293"/>
                  <a:pt x="29304" y="1911"/>
                  <a:pt x="29618" y="1529"/>
                </a:cubicBezTo>
                <a:cubicBezTo>
                  <a:pt x="29984" y="764"/>
                  <a:pt x="30297" y="0"/>
                  <a:pt x="30715" y="764"/>
                </a:cubicBezTo>
                <a:cubicBezTo>
                  <a:pt x="31028" y="1529"/>
                  <a:pt x="31342" y="1529"/>
                  <a:pt x="31655" y="1911"/>
                </a:cubicBezTo>
                <a:cubicBezTo>
                  <a:pt x="32021" y="1911"/>
                  <a:pt x="32386" y="2293"/>
                  <a:pt x="32752" y="2293"/>
                </a:cubicBezTo>
                <a:cubicBezTo>
                  <a:pt x="33066" y="2293"/>
                  <a:pt x="33379" y="2293"/>
                  <a:pt x="33692" y="2293"/>
                </a:cubicBezTo>
                <a:cubicBezTo>
                  <a:pt x="34058" y="2293"/>
                  <a:pt x="34371" y="2293"/>
                  <a:pt x="34737" y="2293"/>
                </a:cubicBezTo>
                <a:cubicBezTo>
                  <a:pt x="35051" y="2293"/>
                  <a:pt x="35364" y="2293"/>
                  <a:pt x="35730" y="1529"/>
                </a:cubicBezTo>
                <a:cubicBezTo>
                  <a:pt x="36043" y="1529"/>
                  <a:pt x="36513" y="764"/>
                  <a:pt x="36879" y="382"/>
                </a:cubicBezTo>
                <a:cubicBezTo>
                  <a:pt x="37244" y="0"/>
                  <a:pt x="37871" y="764"/>
                  <a:pt x="38185" y="1146"/>
                </a:cubicBezTo>
                <a:cubicBezTo>
                  <a:pt x="38498" y="1911"/>
                  <a:pt x="38916" y="2293"/>
                  <a:pt x="39229" y="1529"/>
                </a:cubicBezTo>
                <a:cubicBezTo>
                  <a:pt x="39543" y="1529"/>
                  <a:pt x="39856" y="1146"/>
                  <a:pt x="40170" y="1146"/>
                </a:cubicBezTo>
                <a:cubicBezTo>
                  <a:pt x="40483" y="764"/>
                  <a:pt x="40797" y="764"/>
                  <a:pt x="41110" y="764"/>
                </a:cubicBezTo>
                <a:cubicBezTo>
                  <a:pt x="41423" y="764"/>
                  <a:pt x="41737" y="764"/>
                  <a:pt x="42050" y="764"/>
                </a:cubicBezTo>
                <a:cubicBezTo>
                  <a:pt x="42364" y="764"/>
                  <a:pt x="42677" y="764"/>
                  <a:pt x="42991" y="1146"/>
                </a:cubicBezTo>
                <a:cubicBezTo>
                  <a:pt x="43200" y="3058"/>
                  <a:pt x="43147" y="5352"/>
                  <a:pt x="42991" y="7646"/>
                </a:cubicBezTo>
                <a:cubicBezTo>
                  <a:pt x="42886" y="9939"/>
                  <a:pt x="42834" y="12233"/>
                  <a:pt x="42782" y="14527"/>
                </a:cubicBezTo>
                <a:cubicBezTo>
                  <a:pt x="42782" y="16821"/>
                  <a:pt x="42782" y="19115"/>
                  <a:pt x="42782" y="21408"/>
                </a:cubicBezTo>
                <a:cubicBezTo>
                  <a:pt x="42782" y="23702"/>
                  <a:pt x="42886" y="25996"/>
                  <a:pt x="42938" y="28290"/>
                </a:cubicBezTo>
                <a:cubicBezTo>
                  <a:pt x="42991" y="30584"/>
                  <a:pt x="43043" y="32877"/>
                  <a:pt x="43095" y="35171"/>
                </a:cubicBezTo>
                <a:cubicBezTo>
                  <a:pt x="43095" y="37465"/>
                  <a:pt x="43200" y="39759"/>
                  <a:pt x="42938" y="41288"/>
                </a:cubicBezTo>
                <a:cubicBezTo>
                  <a:pt x="42677" y="40141"/>
                  <a:pt x="42364" y="38994"/>
                  <a:pt x="42050" y="38612"/>
                </a:cubicBezTo>
                <a:cubicBezTo>
                  <a:pt x="41632" y="37465"/>
                  <a:pt x="41319" y="37465"/>
                  <a:pt x="41006" y="37465"/>
                </a:cubicBezTo>
                <a:cubicBezTo>
                  <a:pt x="40692" y="37465"/>
                  <a:pt x="40379" y="38230"/>
                  <a:pt x="40065" y="38994"/>
                </a:cubicBezTo>
                <a:cubicBezTo>
                  <a:pt x="39700" y="39759"/>
                  <a:pt x="39386" y="40523"/>
                  <a:pt x="39021" y="40906"/>
                </a:cubicBezTo>
                <a:cubicBezTo>
                  <a:pt x="38707" y="41288"/>
                  <a:pt x="38394" y="42053"/>
                  <a:pt x="38080" y="42053"/>
                </a:cubicBezTo>
                <a:cubicBezTo>
                  <a:pt x="37767" y="42053"/>
                  <a:pt x="37453" y="41288"/>
                  <a:pt x="37036" y="40523"/>
                </a:cubicBezTo>
                <a:cubicBezTo>
                  <a:pt x="36670" y="40141"/>
                  <a:pt x="36356" y="39759"/>
                  <a:pt x="36043" y="39759"/>
                </a:cubicBezTo>
                <a:cubicBezTo>
                  <a:pt x="35677" y="39759"/>
                  <a:pt x="35364" y="39759"/>
                  <a:pt x="35051" y="39759"/>
                </a:cubicBezTo>
                <a:cubicBezTo>
                  <a:pt x="34737" y="40141"/>
                  <a:pt x="34424" y="40906"/>
                  <a:pt x="34110" y="41288"/>
                </a:cubicBezTo>
                <a:cubicBezTo>
                  <a:pt x="33797" y="41288"/>
                  <a:pt x="33483" y="40906"/>
                  <a:pt x="33170" y="41288"/>
                </a:cubicBezTo>
                <a:cubicBezTo>
                  <a:pt x="32804" y="41288"/>
                  <a:pt x="32491" y="41288"/>
                  <a:pt x="32177" y="41288"/>
                </a:cubicBezTo>
                <a:cubicBezTo>
                  <a:pt x="31760" y="40906"/>
                  <a:pt x="31289" y="40906"/>
                  <a:pt x="30924" y="40523"/>
                </a:cubicBezTo>
                <a:cubicBezTo>
                  <a:pt x="30610" y="40523"/>
                  <a:pt x="30245" y="40523"/>
                  <a:pt x="29931" y="40523"/>
                </a:cubicBezTo>
                <a:cubicBezTo>
                  <a:pt x="29618" y="40523"/>
                  <a:pt x="29200" y="40906"/>
                  <a:pt x="28782" y="41288"/>
                </a:cubicBezTo>
                <a:cubicBezTo>
                  <a:pt x="28469" y="42053"/>
                  <a:pt x="27999" y="42817"/>
                  <a:pt x="27633" y="42053"/>
                </a:cubicBezTo>
                <a:cubicBezTo>
                  <a:pt x="27215" y="41288"/>
                  <a:pt x="26902" y="41288"/>
                  <a:pt x="26588" y="40523"/>
                </a:cubicBezTo>
                <a:cubicBezTo>
                  <a:pt x="26275" y="40523"/>
                  <a:pt x="25961" y="40523"/>
                  <a:pt x="25543" y="40523"/>
                </a:cubicBezTo>
                <a:cubicBezTo>
                  <a:pt x="25125" y="40523"/>
                  <a:pt x="24812" y="40523"/>
                  <a:pt x="24499" y="40523"/>
                </a:cubicBezTo>
                <a:cubicBezTo>
                  <a:pt x="24133" y="40523"/>
                  <a:pt x="23767" y="40523"/>
                  <a:pt x="23454" y="40523"/>
                </a:cubicBezTo>
                <a:cubicBezTo>
                  <a:pt x="23088" y="41288"/>
                  <a:pt x="22723" y="42053"/>
                  <a:pt x="22409" y="42817"/>
                </a:cubicBezTo>
                <a:cubicBezTo>
                  <a:pt x="22096" y="43200"/>
                  <a:pt x="21835" y="42053"/>
                  <a:pt x="21521" y="41288"/>
                </a:cubicBezTo>
                <a:cubicBezTo>
                  <a:pt x="21260" y="40141"/>
                  <a:pt x="20947" y="40141"/>
                  <a:pt x="20529" y="40141"/>
                </a:cubicBezTo>
                <a:cubicBezTo>
                  <a:pt x="20215" y="40523"/>
                  <a:pt x="19797" y="40523"/>
                  <a:pt x="19484" y="40523"/>
                </a:cubicBezTo>
                <a:cubicBezTo>
                  <a:pt x="19170" y="41288"/>
                  <a:pt x="18857" y="41288"/>
                  <a:pt x="18544" y="41288"/>
                </a:cubicBezTo>
                <a:cubicBezTo>
                  <a:pt x="18178" y="41288"/>
                  <a:pt x="17603" y="41288"/>
                  <a:pt x="17290" y="41288"/>
                </a:cubicBezTo>
                <a:cubicBezTo>
                  <a:pt x="16977" y="41288"/>
                  <a:pt x="16663" y="40906"/>
                  <a:pt x="16350" y="40523"/>
                </a:cubicBezTo>
                <a:cubicBezTo>
                  <a:pt x="15932" y="39376"/>
                  <a:pt x="15514" y="38994"/>
                  <a:pt x="15200" y="38612"/>
                </a:cubicBezTo>
                <a:cubicBezTo>
                  <a:pt x="14887" y="38612"/>
                  <a:pt x="14574" y="38612"/>
                  <a:pt x="14260" y="38612"/>
                </a:cubicBezTo>
                <a:cubicBezTo>
                  <a:pt x="13842" y="38612"/>
                  <a:pt x="13529" y="38612"/>
                  <a:pt x="13215" y="38612"/>
                </a:cubicBezTo>
                <a:cubicBezTo>
                  <a:pt x="12902" y="38612"/>
                  <a:pt x="12536" y="38994"/>
                  <a:pt x="12223" y="39376"/>
                </a:cubicBezTo>
                <a:cubicBezTo>
                  <a:pt x="11910" y="40141"/>
                  <a:pt x="11596" y="40523"/>
                  <a:pt x="11022" y="40523"/>
                </a:cubicBezTo>
                <a:cubicBezTo>
                  <a:pt x="10708" y="39759"/>
                  <a:pt x="10395" y="39376"/>
                  <a:pt x="10081" y="38994"/>
                </a:cubicBezTo>
                <a:cubicBezTo>
                  <a:pt x="9768" y="38612"/>
                  <a:pt x="9454" y="38612"/>
                  <a:pt x="9141" y="38612"/>
                </a:cubicBezTo>
                <a:cubicBezTo>
                  <a:pt x="8723" y="38612"/>
                  <a:pt x="8410" y="38994"/>
                  <a:pt x="8096" y="38994"/>
                </a:cubicBezTo>
                <a:cubicBezTo>
                  <a:pt x="7783" y="38994"/>
                  <a:pt x="7469" y="39759"/>
                  <a:pt x="7156" y="40141"/>
                </a:cubicBezTo>
                <a:cubicBezTo>
                  <a:pt x="6790" y="40523"/>
                  <a:pt x="6425" y="40523"/>
                  <a:pt x="6111" y="40523"/>
                </a:cubicBezTo>
                <a:cubicBezTo>
                  <a:pt x="5798" y="40523"/>
                  <a:pt x="5484" y="40523"/>
                  <a:pt x="5119" y="40141"/>
                </a:cubicBezTo>
                <a:cubicBezTo>
                  <a:pt x="4753" y="40141"/>
                  <a:pt x="4335" y="40141"/>
                  <a:pt x="4022" y="40523"/>
                </a:cubicBezTo>
                <a:cubicBezTo>
                  <a:pt x="3656" y="40523"/>
                  <a:pt x="3395" y="39376"/>
                  <a:pt x="3081" y="38612"/>
                </a:cubicBezTo>
                <a:cubicBezTo>
                  <a:pt x="2768" y="38230"/>
                  <a:pt x="2455" y="37847"/>
                  <a:pt x="2141" y="37465"/>
                </a:cubicBezTo>
                <a:cubicBezTo>
                  <a:pt x="1828" y="37465"/>
                  <a:pt x="1410" y="38230"/>
                  <a:pt x="1096" y="38994"/>
                </a:cubicBezTo>
                <a:cubicBezTo>
                  <a:pt x="888" y="40906"/>
                  <a:pt x="626" y="39759"/>
                  <a:pt x="574" y="37465"/>
                </a:cubicBezTo>
                <a:cubicBezTo>
                  <a:pt x="365" y="35553"/>
                  <a:pt x="156" y="33642"/>
                  <a:pt x="0" y="31730"/>
                </a:cubicBezTo>
                <a:cubicBezTo>
                  <a:pt x="156" y="29054"/>
                  <a:pt x="156" y="26761"/>
                  <a:pt x="313" y="24467"/>
                </a:cubicBezTo>
                <a:cubicBezTo>
                  <a:pt x="365" y="22173"/>
                  <a:pt x="470" y="19879"/>
                  <a:pt x="626" y="17968"/>
                </a:cubicBezTo>
                <a:cubicBezTo>
                  <a:pt x="783" y="16056"/>
                  <a:pt x="888" y="13762"/>
                  <a:pt x="992" y="11469"/>
                </a:cubicBezTo>
                <a:cubicBezTo>
                  <a:pt x="1044" y="9175"/>
                  <a:pt x="1096" y="6881"/>
                  <a:pt x="1149" y="4587"/>
                </a:cubicBezTo>
              </a:path>
            </a:pathLst>
          </a:custGeom>
          <a:ln w="152399" cap="flat" cmpd="sng" algn="ctr">
            <a:solidFill>
              <a:schemeClr val="accent6">
                <a:lumMod val="20000"/>
                <a:lumOff val="8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9751879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74102453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089985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sp>
        <p:nvSpPr>
          <p:cNvPr id="1027246970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2554674" y="3602036"/>
            <a:ext cx="7082647" cy="82787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marL="0" indent="0" algn="ctr">
              <a:buNone/>
              <a:defRPr sz="2400">
                <a:solidFill>
                  <a:schemeClr val="accent6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>
                <a:solidFill>
                  <a:schemeClr val="accent6">
                    <a:lumMod val="50000"/>
                  </a:schemeClr>
                </a:solidFill>
              </a:defRPr>
            </a:lvl2pPr>
            <a:lvl3pPr marL="914400" indent="0" algn="ctr">
              <a:buNone/>
              <a:defRPr sz="1800">
                <a:solidFill>
                  <a:schemeClr val="accent6">
                    <a:lumMod val="50000"/>
                  </a:schemeClr>
                </a:solidFill>
              </a:defRPr>
            </a:lvl3pPr>
            <a:lvl4pPr marL="1371600" indent="0" algn="ctr">
              <a:buNone/>
              <a:defRPr sz="1600">
                <a:solidFill>
                  <a:schemeClr val="accent6">
                    <a:lumMod val="50000"/>
                  </a:schemeClr>
                </a:solidFill>
              </a:defRPr>
            </a:lvl4pPr>
            <a:lvl5pPr marL="1828800" indent="0" algn="ctr">
              <a:buNone/>
              <a:defRPr sz="1600">
                <a:solidFill>
                  <a:schemeClr val="accent6">
                    <a:lumMod val="50000"/>
                  </a:schemeClr>
                </a:solidFill>
              </a:defRPr>
            </a:lvl5pPr>
            <a:lvl6pPr marL="2286000" indent="0" algn="ctr">
              <a:buNone/>
              <a:defRPr sz="1600">
                <a:solidFill>
                  <a:schemeClr val="accent6">
                    <a:lumMod val="50000"/>
                  </a:schemeClr>
                </a:solidFill>
              </a:defRPr>
            </a:lvl6pPr>
            <a:lvl7pPr marL="2743200" indent="0" algn="ctr">
              <a:buNone/>
              <a:defRPr sz="1600">
                <a:solidFill>
                  <a:schemeClr val="accent6">
                    <a:lumMod val="50000"/>
                  </a:schemeClr>
                </a:solidFill>
              </a:defRPr>
            </a:lvl7pPr>
            <a:lvl8pPr marL="3200400" indent="0" algn="ctr">
              <a:buNone/>
              <a:defRPr sz="1600">
                <a:solidFill>
                  <a:schemeClr val="accent6">
                    <a:lumMod val="50000"/>
                  </a:schemeClr>
                </a:solidFill>
              </a:defRPr>
            </a:lvl8pPr>
            <a:lvl9pPr marL="3657600" indent="0" algn="ctr">
              <a:buNone/>
              <a:defRPr sz="1600">
                <a:solidFill>
                  <a:schemeClr val="accent6">
                    <a:lumMod val="50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2043001473" name="Title 1"/>
          <p:cNvSpPr>
            <a:spLocks noGrp="1"/>
          </p:cNvSpPr>
          <p:nvPr>
            <p:ph type="ctrTitle"/>
          </p:nvPr>
        </p:nvSpPr>
        <p:spPr bwMode="auto">
          <a:xfrm>
            <a:off x="1523999" y="1122363"/>
            <a:ext cx="9144000" cy="2387599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85051085" name=""/>
          <p:cNvGrpSpPr/>
          <p:nvPr/>
        </p:nvGrpSpPr>
        <p:grpSpPr bwMode="auto">
          <a:xfrm rot="0" flipH="0" flipV="0">
            <a:off x="235840" y="366064"/>
            <a:ext cx="11121004" cy="6301431"/>
            <a:chOff x="0" y="0"/>
            <a:chExt cx="11121004" cy="6301431"/>
          </a:xfrm>
        </p:grpSpPr>
        <p:sp>
          <p:nvSpPr>
            <p:cNvPr id="1227644789" name="Group 946658132"/>
            <p:cNvSpPr/>
            <p:nvPr/>
          </p:nvSpPr>
          <p:spPr bwMode="auto">
            <a:xfrm rot="0" flipH="0" flipV="0">
              <a:off x="136859" y="6039240"/>
              <a:ext cx="10231152" cy="262189"/>
            </a:xfrm>
            <a:custGeom>
              <a:avLst/>
              <a:gdLst/>
              <a:ahLst/>
              <a:cxnLst/>
              <a:rect l="0" t="0" r="r" b="b"/>
              <a:pathLst>
                <a:path w="43200" h="43200" fill="none" stroke="1" extrusionOk="0">
                  <a:moveTo>
                    <a:pt x="0" y="0"/>
                  </a:moveTo>
                  <a:cubicBezTo>
                    <a:pt x="278" y="5611"/>
                    <a:pt x="1230" y="10906"/>
                    <a:pt x="1511" y="16522"/>
                  </a:cubicBezTo>
                  <a:cubicBezTo>
                    <a:pt x="1794" y="20732"/>
                    <a:pt x="2077" y="26348"/>
                    <a:pt x="2363" y="30559"/>
                  </a:cubicBezTo>
                  <a:cubicBezTo>
                    <a:pt x="2641" y="26348"/>
                    <a:pt x="3006" y="23541"/>
                    <a:pt x="3330" y="22135"/>
                  </a:cubicBezTo>
                  <a:cubicBezTo>
                    <a:pt x="3653" y="23541"/>
                    <a:pt x="3935" y="30559"/>
                    <a:pt x="4381" y="33368"/>
                  </a:cubicBezTo>
                  <a:cubicBezTo>
                    <a:pt x="4703" y="29157"/>
                    <a:pt x="5070" y="29157"/>
                    <a:pt x="5389" y="26348"/>
                  </a:cubicBezTo>
                  <a:cubicBezTo>
                    <a:pt x="5714" y="31962"/>
                    <a:pt x="6038" y="34772"/>
                    <a:pt x="6443" y="36174"/>
                  </a:cubicBezTo>
                  <a:cubicBezTo>
                    <a:pt x="6764" y="36174"/>
                    <a:pt x="7089" y="36174"/>
                    <a:pt x="7371" y="31962"/>
                  </a:cubicBezTo>
                  <a:cubicBezTo>
                    <a:pt x="7695" y="29157"/>
                    <a:pt x="8019" y="29157"/>
                    <a:pt x="8423" y="24943"/>
                  </a:cubicBezTo>
                  <a:cubicBezTo>
                    <a:pt x="8787" y="26348"/>
                    <a:pt x="9109" y="29157"/>
                    <a:pt x="9434" y="31962"/>
                  </a:cubicBezTo>
                  <a:cubicBezTo>
                    <a:pt x="9758" y="34772"/>
                    <a:pt x="10079" y="33368"/>
                    <a:pt x="10364" y="29157"/>
                  </a:cubicBezTo>
                  <a:cubicBezTo>
                    <a:pt x="10683" y="26348"/>
                    <a:pt x="11007" y="29157"/>
                    <a:pt x="11371" y="33368"/>
                  </a:cubicBezTo>
                  <a:cubicBezTo>
                    <a:pt x="11694" y="37581"/>
                    <a:pt x="12058" y="41793"/>
                    <a:pt x="12382" y="40387"/>
                  </a:cubicBezTo>
                  <a:cubicBezTo>
                    <a:pt x="12662" y="36174"/>
                    <a:pt x="12990" y="37581"/>
                    <a:pt x="13311" y="36174"/>
                  </a:cubicBezTo>
                  <a:cubicBezTo>
                    <a:pt x="13593" y="31962"/>
                    <a:pt x="13998" y="30559"/>
                    <a:pt x="14322" y="29157"/>
                  </a:cubicBezTo>
                  <a:cubicBezTo>
                    <a:pt x="14646" y="27754"/>
                    <a:pt x="14968" y="27754"/>
                    <a:pt x="15412" y="27754"/>
                  </a:cubicBezTo>
                  <a:cubicBezTo>
                    <a:pt x="15740" y="27754"/>
                    <a:pt x="16059" y="27754"/>
                    <a:pt x="16424" y="29157"/>
                  </a:cubicBezTo>
                  <a:cubicBezTo>
                    <a:pt x="16748" y="30559"/>
                    <a:pt x="17071" y="34772"/>
                    <a:pt x="17396" y="37581"/>
                  </a:cubicBezTo>
                  <a:cubicBezTo>
                    <a:pt x="17719" y="36174"/>
                    <a:pt x="18042" y="34772"/>
                    <a:pt x="18365" y="31962"/>
                  </a:cubicBezTo>
                  <a:lnTo>
                    <a:pt x="19334" y="27754"/>
                  </a:lnTo>
                  <a:cubicBezTo>
                    <a:pt x="19737" y="27754"/>
                    <a:pt x="20061" y="29157"/>
                    <a:pt x="20345" y="34772"/>
                  </a:cubicBezTo>
                  <a:cubicBezTo>
                    <a:pt x="20629" y="38984"/>
                    <a:pt x="20951" y="40387"/>
                    <a:pt x="21356" y="37581"/>
                  </a:cubicBezTo>
                  <a:cubicBezTo>
                    <a:pt x="21720" y="34772"/>
                    <a:pt x="22082" y="31962"/>
                    <a:pt x="22527" y="31962"/>
                  </a:cubicBezTo>
                  <a:cubicBezTo>
                    <a:pt x="22890" y="33368"/>
                    <a:pt x="23214" y="29157"/>
                    <a:pt x="23618" y="30559"/>
                  </a:cubicBezTo>
                  <a:cubicBezTo>
                    <a:pt x="23942" y="33368"/>
                    <a:pt x="24266" y="36174"/>
                    <a:pt x="24507" y="43200"/>
                  </a:cubicBezTo>
                  <a:cubicBezTo>
                    <a:pt x="24832" y="43200"/>
                    <a:pt x="25194" y="37581"/>
                    <a:pt x="25519" y="34772"/>
                  </a:cubicBezTo>
                  <a:cubicBezTo>
                    <a:pt x="25802" y="30559"/>
                    <a:pt x="26204" y="29157"/>
                    <a:pt x="26487" y="24943"/>
                  </a:cubicBezTo>
                  <a:cubicBezTo>
                    <a:pt x="26811" y="26348"/>
                    <a:pt x="27255" y="27754"/>
                    <a:pt x="27577" y="27754"/>
                  </a:cubicBezTo>
                  <a:cubicBezTo>
                    <a:pt x="27984" y="34772"/>
                    <a:pt x="28307" y="36174"/>
                    <a:pt x="28588" y="40387"/>
                  </a:cubicBezTo>
                  <a:cubicBezTo>
                    <a:pt x="28872" y="36174"/>
                    <a:pt x="29196" y="33368"/>
                    <a:pt x="29521" y="31962"/>
                  </a:cubicBezTo>
                  <a:cubicBezTo>
                    <a:pt x="29840" y="29157"/>
                    <a:pt x="30247" y="27754"/>
                    <a:pt x="30570" y="27754"/>
                  </a:cubicBezTo>
                  <a:cubicBezTo>
                    <a:pt x="30895" y="29157"/>
                    <a:pt x="31216" y="31962"/>
                    <a:pt x="31377" y="41793"/>
                  </a:cubicBezTo>
                  <a:cubicBezTo>
                    <a:pt x="31661" y="37581"/>
                    <a:pt x="32065" y="34772"/>
                    <a:pt x="32470" y="31962"/>
                  </a:cubicBezTo>
                  <a:cubicBezTo>
                    <a:pt x="32792" y="30559"/>
                    <a:pt x="33156" y="29157"/>
                    <a:pt x="33482" y="29157"/>
                  </a:cubicBezTo>
                  <a:cubicBezTo>
                    <a:pt x="33804" y="29157"/>
                    <a:pt x="34126" y="29157"/>
                    <a:pt x="34451" y="26348"/>
                  </a:cubicBezTo>
                  <a:cubicBezTo>
                    <a:pt x="34775" y="26348"/>
                    <a:pt x="35098" y="24943"/>
                    <a:pt x="35420" y="24943"/>
                  </a:cubicBezTo>
                  <a:cubicBezTo>
                    <a:pt x="35742" y="24943"/>
                    <a:pt x="36066" y="29157"/>
                    <a:pt x="36349" y="34772"/>
                  </a:cubicBezTo>
                  <a:cubicBezTo>
                    <a:pt x="36793" y="34772"/>
                    <a:pt x="37116" y="31962"/>
                    <a:pt x="37318" y="40387"/>
                  </a:cubicBezTo>
                  <a:cubicBezTo>
                    <a:pt x="37682" y="40387"/>
                    <a:pt x="38047" y="37581"/>
                    <a:pt x="38369" y="33368"/>
                  </a:cubicBezTo>
                  <a:cubicBezTo>
                    <a:pt x="38654" y="29157"/>
                    <a:pt x="39058" y="26348"/>
                    <a:pt x="39381" y="26348"/>
                  </a:cubicBezTo>
                  <a:cubicBezTo>
                    <a:pt x="39787" y="23541"/>
                    <a:pt x="40108" y="23541"/>
                    <a:pt x="40432" y="23541"/>
                  </a:cubicBezTo>
                  <a:cubicBezTo>
                    <a:pt x="40755" y="27754"/>
                    <a:pt x="40996" y="34772"/>
                    <a:pt x="41321" y="34772"/>
                  </a:cubicBezTo>
                  <a:lnTo>
                    <a:pt x="42214" y="12634"/>
                  </a:lnTo>
                  <a:cubicBezTo>
                    <a:pt x="42536" y="9828"/>
                    <a:pt x="43032" y="16221"/>
                    <a:pt x="43200" y="6394"/>
                  </a:cubicBezTo>
                </a:path>
              </a:pathLst>
            </a:custGeom>
            <a:solidFill>
              <a:schemeClr val="accent1">
                <a:alpha val="99999"/>
              </a:schemeClr>
            </a:solidFill>
            <a:ln w="152399" cap="flat" cmpd="sng" algn="ctr">
              <a:solidFill>
                <a:schemeClr val="accent6">
                  <a:lumMod val="20000"/>
                  <a:lumOff val="80000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845487662" name=""/>
            <p:cNvGrpSpPr/>
            <p:nvPr/>
          </p:nvGrpSpPr>
          <p:grpSpPr bwMode="auto">
            <a:xfrm flipH="0" flipV="0">
              <a:off x="0" y="0"/>
              <a:ext cx="11121004" cy="6239312"/>
              <a:chOff x="0" y="0"/>
              <a:chExt cx="11121004" cy="6239312"/>
            </a:xfrm>
          </p:grpSpPr>
          <p:sp>
            <p:nvSpPr>
              <p:cNvPr id="109714995" name=""/>
              <p:cNvSpPr/>
              <p:nvPr/>
            </p:nvSpPr>
            <p:spPr bwMode="auto">
              <a:xfrm flipH="0" flipV="0">
                <a:off x="0" y="0"/>
                <a:ext cx="11121004" cy="6201028"/>
              </a:xfrm>
              <a:custGeom>
                <a:avLst/>
                <a:gdLst/>
                <a:ahLst/>
                <a:cxnLst/>
                <a:rect l="0" t="0" r="r" b="b"/>
                <a:pathLst>
                  <a:path w="10232137" h="5854637" fill="norm" stroke="1" extrusionOk="0">
                    <a:moveTo>
                      <a:pt x="0" y="5841940"/>
                    </a:moveTo>
                    <a:cubicBezTo>
                      <a:pt x="0" y="5841940"/>
                      <a:pt x="0" y="0"/>
                      <a:pt x="0" y="0"/>
                    </a:cubicBezTo>
                    <a:cubicBezTo>
                      <a:pt x="0" y="0"/>
                      <a:pt x="10232137" y="0"/>
                      <a:pt x="10232137" y="0"/>
                    </a:cubicBezTo>
                    <a:cubicBezTo>
                      <a:pt x="10232137" y="0"/>
                      <a:pt x="10232137" y="5854637"/>
                      <a:pt x="10232137" y="5854637"/>
                    </a:cubicBezTo>
                    <a:cubicBezTo>
                      <a:pt x="10232137" y="5854637"/>
                      <a:pt x="8421625" y="5854637"/>
                      <a:pt x="8421625" y="5854637"/>
                    </a:cubicBezTo>
                    <a:cubicBezTo>
                      <a:pt x="8421625" y="5854637"/>
                      <a:pt x="8421625" y="5841939"/>
                      <a:pt x="8421625" y="5841939"/>
                    </a:cubicBezTo>
                    <a:cubicBezTo>
                      <a:pt x="8421625" y="5841939"/>
                      <a:pt x="0" y="5841940"/>
                      <a:pt x="0" y="5841940"/>
                    </a:cubicBezTo>
                    <a:close/>
                    <a:moveTo>
                      <a:pt x="448443" y="5508795"/>
                    </a:moveTo>
                    <a:cubicBezTo>
                      <a:pt x="448443" y="5422399"/>
                      <a:pt x="377351" y="5351309"/>
                      <a:pt x="290956" y="5351309"/>
                    </a:cubicBezTo>
                    <a:cubicBezTo>
                      <a:pt x="204562" y="5351309"/>
                      <a:pt x="133471" y="5422399"/>
                      <a:pt x="133471" y="5508795"/>
                    </a:cubicBezTo>
                    <a:cubicBezTo>
                      <a:pt x="133471" y="5595189"/>
                      <a:pt x="204562" y="5666281"/>
                      <a:pt x="290956" y="5666281"/>
                    </a:cubicBezTo>
                    <a:cubicBezTo>
                      <a:pt x="377351" y="5666281"/>
                      <a:pt x="448443" y="5595189"/>
                      <a:pt x="448443" y="5508795"/>
                    </a:cubicBezTo>
                    <a:close/>
                    <a:moveTo>
                      <a:pt x="448443" y="4995220"/>
                    </a:moveTo>
                    <a:cubicBezTo>
                      <a:pt x="448443" y="4908826"/>
                      <a:pt x="377351" y="4837734"/>
                      <a:pt x="290956" y="4837734"/>
                    </a:cubicBezTo>
                    <a:cubicBezTo>
                      <a:pt x="204562" y="4837734"/>
                      <a:pt x="133471" y="4908826"/>
                      <a:pt x="133471" y="4995220"/>
                    </a:cubicBezTo>
                    <a:cubicBezTo>
                      <a:pt x="133471" y="5081616"/>
                      <a:pt x="204562" y="5152707"/>
                      <a:pt x="290956" y="5152707"/>
                    </a:cubicBezTo>
                    <a:cubicBezTo>
                      <a:pt x="377351" y="5152707"/>
                      <a:pt x="448443" y="5081616"/>
                      <a:pt x="448443" y="4995220"/>
                    </a:cubicBezTo>
                    <a:close/>
                    <a:moveTo>
                      <a:pt x="448443" y="4481652"/>
                    </a:moveTo>
                    <a:cubicBezTo>
                      <a:pt x="448443" y="4395256"/>
                      <a:pt x="377351" y="4324166"/>
                      <a:pt x="290956" y="4324166"/>
                    </a:cubicBezTo>
                    <a:cubicBezTo>
                      <a:pt x="204562" y="4324166"/>
                      <a:pt x="133471" y="4395256"/>
                      <a:pt x="133471" y="4481652"/>
                    </a:cubicBezTo>
                    <a:cubicBezTo>
                      <a:pt x="133471" y="4568044"/>
                      <a:pt x="204562" y="4639138"/>
                      <a:pt x="290956" y="4639138"/>
                    </a:cubicBezTo>
                    <a:cubicBezTo>
                      <a:pt x="377351" y="4639138"/>
                      <a:pt x="448443" y="4568044"/>
                      <a:pt x="448443" y="4481652"/>
                    </a:cubicBezTo>
                    <a:close/>
                    <a:moveTo>
                      <a:pt x="448443" y="3968079"/>
                    </a:moveTo>
                    <a:cubicBezTo>
                      <a:pt x="448443" y="3881686"/>
                      <a:pt x="377351" y="3810595"/>
                      <a:pt x="290956" y="3810595"/>
                    </a:cubicBezTo>
                    <a:cubicBezTo>
                      <a:pt x="204562" y="3810595"/>
                      <a:pt x="133471" y="3881686"/>
                      <a:pt x="133471" y="3968079"/>
                    </a:cubicBezTo>
                    <a:cubicBezTo>
                      <a:pt x="133471" y="4054473"/>
                      <a:pt x="204562" y="4125564"/>
                      <a:pt x="290956" y="4125564"/>
                    </a:cubicBezTo>
                    <a:cubicBezTo>
                      <a:pt x="377351" y="4125564"/>
                      <a:pt x="448443" y="4054473"/>
                      <a:pt x="448443" y="3968079"/>
                    </a:cubicBezTo>
                    <a:close/>
                    <a:moveTo>
                      <a:pt x="448443" y="3454509"/>
                    </a:moveTo>
                    <a:cubicBezTo>
                      <a:pt x="448443" y="3368113"/>
                      <a:pt x="377351" y="3297022"/>
                      <a:pt x="290956" y="3297022"/>
                    </a:cubicBezTo>
                    <a:cubicBezTo>
                      <a:pt x="204562" y="3297022"/>
                      <a:pt x="133471" y="3368113"/>
                      <a:pt x="133471" y="3454509"/>
                    </a:cubicBezTo>
                    <a:cubicBezTo>
                      <a:pt x="133471" y="3540903"/>
                      <a:pt x="204562" y="3611995"/>
                      <a:pt x="290956" y="3611995"/>
                    </a:cubicBezTo>
                    <a:cubicBezTo>
                      <a:pt x="377351" y="3611995"/>
                      <a:pt x="448443" y="3540903"/>
                      <a:pt x="448443" y="3454509"/>
                    </a:cubicBezTo>
                    <a:close/>
                    <a:moveTo>
                      <a:pt x="448443" y="2940937"/>
                    </a:moveTo>
                    <a:cubicBezTo>
                      <a:pt x="448443" y="2854543"/>
                      <a:pt x="377351" y="2783452"/>
                      <a:pt x="290956" y="2783452"/>
                    </a:cubicBezTo>
                    <a:cubicBezTo>
                      <a:pt x="204562" y="2783452"/>
                      <a:pt x="133471" y="2854543"/>
                      <a:pt x="133471" y="2940937"/>
                    </a:cubicBezTo>
                    <a:cubicBezTo>
                      <a:pt x="133471" y="3027331"/>
                      <a:pt x="204562" y="3098423"/>
                      <a:pt x="290956" y="3098423"/>
                    </a:cubicBezTo>
                    <a:cubicBezTo>
                      <a:pt x="377351" y="3098423"/>
                      <a:pt x="448443" y="3027331"/>
                      <a:pt x="448443" y="2940937"/>
                    </a:cubicBezTo>
                    <a:close/>
                    <a:moveTo>
                      <a:pt x="448443" y="2427366"/>
                    </a:moveTo>
                    <a:cubicBezTo>
                      <a:pt x="448443" y="2340972"/>
                      <a:pt x="377351" y="2269880"/>
                      <a:pt x="290956" y="2269880"/>
                    </a:cubicBezTo>
                    <a:cubicBezTo>
                      <a:pt x="204562" y="2269880"/>
                      <a:pt x="133471" y="2340972"/>
                      <a:pt x="133471" y="2427366"/>
                    </a:cubicBezTo>
                    <a:cubicBezTo>
                      <a:pt x="133471" y="2513760"/>
                      <a:pt x="204562" y="2584852"/>
                      <a:pt x="290956" y="2584852"/>
                    </a:cubicBezTo>
                    <a:cubicBezTo>
                      <a:pt x="377351" y="2584852"/>
                      <a:pt x="448443" y="2513760"/>
                      <a:pt x="448443" y="2427366"/>
                    </a:cubicBezTo>
                    <a:close/>
                    <a:moveTo>
                      <a:pt x="448443" y="1913793"/>
                    </a:moveTo>
                    <a:cubicBezTo>
                      <a:pt x="448443" y="1827399"/>
                      <a:pt x="377351" y="1756308"/>
                      <a:pt x="290956" y="1756308"/>
                    </a:cubicBezTo>
                    <a:cubicBezTo>
                      <a:pt x="204562" y="1756308"/>
                      <a:pt x="133471" y="1827399"/>
                      <a:pt x="133471" y="1913793"/>
                    </a:cubicBezTo>
                    <a:cubicBezTo>
                      <a:pt x="133471" y="2000187"/>
                      <a:pt x="204562" y="2071279"/>
                      <a:pt x="290956" y="2071279"/>
                    </a:cubicBezTo>
                    <a:cubicBezTo>
                      <a:pt x="377351" y="2071279"/>
                      <a:pt x="448443" y="2000187"/>
                      <a:pt x="448443" y="1913793"/>
                    </a:cubicBezTo>
                    <a:close/>
                    <a:moveTo>
                      <a:pt x="448443" y="1400223"/>
                    </a:moveTo>
                    <a:cubicBezTo>
                      <a:pt x="448443" y="1313829"/>
                      <a:pt x="377351" y="1242736"/>
                      <a:pt x="290956" y="1242736"/>
                    </a:cubicBezTo>
                    <a:cubicBezTo>
                      <a:pt x="204562" y="1242736"/>
                      <a:pt x="133471" y="1313829"/>
                      <a:pt x="133471" y="1400223"/>
                    </a:cubicBezTo>
                    <a:cubicBezTo>
                      <a:pt x="133471" y="1486617"/>
                      <a:pt x="204562" y="1557708"/>
                      <a:pt x="290956" y="1557708"/>
                    </a:cubicBezTo>
                    <a:cubicBezTo>
                      <a:pt x="377351" y="1557708"/>
                      <a:pt x="448443" y="1486617"/>
                      <a:pt x="448443" y="1400223"/>
                    </a:cubicBezTo>
                    <a:close/>
                    <a:moveTo>
                      <a:pt x="448443" y="886651"/>
                    </a:moveTo>
                    <a:cubicBezTo>
                      <a:pt x="448443" y="800256"/>
                      <a:pt x="377351" y="729165"/>
                      <a:pt x="290956" y="729165"/>
                    </a:cubicBezTo>
                    <a:cubicBezTo>
                      <a:pt x="204562" y="729165"/>
                      <a:pt x="133471" y="800256"/>
                      <a:pt x="133471" y="886651"/>
                    </a:cubicBezTo>
                    <a:cubicBezTo>
                      <a:pt x="133471" y="973045"/>
                      <a:pt x="204562" y="1044136"/>
                      <a:pt x="290956" y="1044136"/>
                    </a:cubicBezTo>
                    <a:cubicBezTo>
                      <a:pt x="377351" y="1044136"/>
                      <a:pt x="448443" y="973045"/>
                      <a:pt x="448443" y="886651"/>
                    </a:cubicBezTo>
                    <a:close/>
                    <a:moveTo>
                      <a:pt x="448443" y="373081"/>
                    </a:moveTo>
                    <a:cubicBezTo>
                      <a:pt x="448443" y="286687"/>
                      <a:pt x="377351" y="215595"/>
                      <a:pt x="290956" y="215595"/>
                    </a:cubicBezTo>
                    <a:cubicBezTo>
                      <a:pt x="204562" y="215595"/>
                      <a:pt x="133471" y="286687"/>
                      <a:pt x="133471" y="373081"/>
                    </a:cubicBezTo>
                    <a:cubicBezTo>
                      <a:pt x="133471" y="459475"/>
                      <a:pt x="204562" y="530566"/>
                      <a:pt x="290956" y="530566"/>
                    </a:cubicBezTo>
                    <a:cubicBezTo>
                      <a:pt x="377351" y="530566"/>
                      <a:pt x="448443" y="459475"/>
                      <a:pt x="448443" y="373081"/>
                    </a:cubicBezTo>
                    <a:close/>
                  </a:path>
                </a:pathLst>
              </a:custGeom>
              <a:solidFill>
                <a:srgbClr val="FFFDFA">
                  <a:alpha val="99999"/>
                </a:srgbClr>
              </a:solid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p>
                <a:pPr>
                  <a:defRPr/>
                </a:pPr>
                <a:endParaRPr/>
              </a:p>
            </p:txBody>
          </p:sp>
          <p:sp>
            <p:nvSpPr>
              <p:cNvPr id="491185662" name="Group 946658132"/>
              <p:cNvSpPr/>
              <p:nvPr/>
            </p:nvSpPr>
            <p:spPr bwMode="auto">
              <a:xfrm rot="0" flipH="0" flipV="0">
                <a:off x="518069" y="6041733"/>
                <a:ext cx="10491846" cy="197577"/>
              </a:xfrm>
              <a:custGeom>
                <a:avLst/>
                <a:gdLst/>
                <a:ahLst/>
                <a:cxnLst/>
                <a:rect l="l" t="t" r="r" b="b"/>
                <a:pathLst>
                  <a:path w="43200" h="43200" fill="none" stroke="1" extrusionOk="0">
                    <a:moveTo>
                      <a:pt x="0" y="0"/>
                    </a:moveTo>
                    <a:cubicBezTo>
                      <a:pt x="385" y="0"/>
                      <a:pt x="715" y="3085"/>
                      <a:pt x="1100" y="6171"/>
                    </a:cubicBezTo>
                    <a:cubicBezTo>
                      <a:pt x="1485" y="6171"/>
                      <a:pt x="1926" y="6171"/>
                      <a:pt x="2311" y="6171"/>
                    </a:cubicBezTo>
                    <a:cubicBezTo>
                      <a:pt x="2696" y="15428"/>
                      <a:pt x="2971" y="30857"/>
                      <a:pt x="3356" y="27771"/>
                    </a:cubicBezTo>
                    <a:cubicBezTo>
                      <a:pt x="3742" y="21600"/>
                      <a:pt x="4072" y="15428"/>
                      <a:pt x="4677" y="9257"/>
                    </a:cubicBezTo>
                    <a:cubicBezTo>
                      <a:pt x="5007" y="6171"/>
                      <a:pt x="5448" y="0"/>
                      <a:pt x="5943" y="6171"/>
                    </a:cubicBezTo>
                    <a:cubicBezTo>
                      <a:pt x="6328" y="18514"/>
                      <a:pt x="6658" y="27771"/>
                      <a:pt x="7044" y="30857"/>
                    </a:cubicBezTo>
                    <a:cubicBezTo>
                      <a:pt x="7429" y="37028"/>
                      <a:pt x="7759" y="43200"/>
                      <a:pt x="8089" y="37028"/>
                    </a:cubicBezTo>
                    <a:cubicBezTo>
                      <a:pt x="8419" y="30857"/>
                      <a:pt x="8860" y="30857"/>
                      <a:pt x="9245" y="27771"/>
                    </a:cubicBezTo>
                    <a:cubicBezTo>
                      <a:pt x="9575" y="30857"/>
                      <a:pt x="9905" y="40114"/>
                      <a:pt x="10401" y="37028"/>
                    </a:cubicBezTo>
                    <a:cubicBezTo>
                      <a:pt x="10786" y="33942"/>
                      <a:pt x="11171" y="30857"/>
                      <a:pt x="11666" y="27771"/>
                    </a:cubicBezTo>
                    <a:cubicBezTo>
                      <a:pt x="12107" y="27771"/>
                      <a:pt x="12492" y="27771"/>
                      <a:pt x="12877" y="27771"/>
                    </a:cubicBezTo>
                    <a:cubicBezTo>
                      <a:pt x="13262" y="27771"/>
                      <a:pt x="13702" y="27771"/>
                      <a:pt x="14143" y="27771"/>
                    </a:cubicBezTo>
                    <a:cubicBezTo>
                      <a:pt x="14473" y="24685"/>
                      <a:pt x="14913" y="24685"/>
                      <a:pt x="15243" y="27771"/>
                    </a:cubicBezTo>
                    <a:cubicBezTo>
                      <a:pt x="15574" y="37028"/>
                      <a:pt x="16124" y="37028"/>
                      <a:pt x="16784" y="24685"/>
                    </a:cubicBezTo>
                    <a:cubicBezTo>
                      <a:pt x="17169" y="24685"/>
                      <a:pt x="17555" y="24685"/>
                      <a:pt x="17885" y="21600"/>
                    </a:cubicBezTo>
                    <a:cubicBezTo>
                      <a:pt x="18215" y="18514"/>
                      <a:pt x="18655" y="18514"/>
                      <a:pt x="18985" y="24685"/>
                    </a:cubicBezTo>
                    <a:cubicBezTo>
                      <a:pt x="19371" y="24685"/>
                      <a:pt x="19756" y="30857"/>
                      <a:pt x="20086" y="33942"/>
                    </a:cubicBezTo>
                    <a:cubicBezTo>
                      <a:pt x="20416" y="37028"/>
                      <a:pt x="20857" y="37028"/>
                      <a:pt x="21297" y="37028"/>
                    </a:cubicBezTo>
                    <a:cubicBezTo>
                      <a:pt x="21627" y="30857"/>
                      <a:pt x="21957" y="24685"/>
                      <a:pt x="22342" y="21600"/>
                    </a:cubicBezTo>
                    <a:cubicBezTo>
                      <a:pt x="22673" y="18514"/>
                      <a:pt x="23003" y="24685"/>
                      <a:pt x="23388" y="37028"/>
                    </a:cubicBezTo>
                    <a:cubicBezTo>
                      <a:pt x="23718" y="43200"/>
                      <a:pt x="23993" y="30857"/>
                      <a:pt x="24489" y="27771"/>
                    </a:cubicBezTo>
                    <a:cubicBezTo>
                      <a:pt x="24819" y="30857"/>
                      <a:pt x="25149" y="37028"/>
                      <a:pt x="25479" y="30857"/>
                    </a:cubicBezTo>
                    <a:cubicBezTo>
                      <a:pt x="25864" y="27771"/>
                      <a:pt x="26360" y="24685"/>
                      <a:pt x="26855" y="24685"/>
                    </a:cubicBezTo>
                    <a:cubicBezTo>
                      <a:pt x="27240" y="24685"/>
                      <a:pt x="27570" y="27771"/>
                      <a:pt x="27901" y="30857"/>
                    </a:cubicBezTo>
                    <a:cubicBezTo>
                      <a:pt x="28231" y="33942"/>
                      <a:pt x="28671" y="37028"/>
                      <a:pt x="29111" y="37028"/>
                    </a:cubicBezTo>
                    <a:cubicBezTo>
                      <a:pt x="29497" y="37028"/>
                      <a:pt x="29882" y="40114"/>
                      <a:pt x="30212" y="27771"/>
                    </a:cubicBezTo>
                    <a:cubicBezTo>
                      <a:pt x="30542" y="15428"/>
                      <a:pt x="30982" y="18514"/>
                      <a:pt x="31533" y="24685"/>
                    </a:cubicBezTo>
                    <a:cubicBezTo>
                      <a:pt x="31973" y="27771"/>
                      <a:pt x="32633" y="27771"/>
                      <a:pt x="32964" y="30857"/>
                    </a:cubicBezTo>
                    <a:cubicBezTo>
                      <a:pt x="33404" y="33942"/>
                      <a:pt x="33734" y="37028"/>
                      <a:pt x="34174" y="33942"/>
                    </a:cubicBezTo>
                    <a:cubicBezTo>
                      <a:pt x="34504" y="27771"/>
                      <a:pt x="34835" y="24685"/>
                      <a:pt x="35495" y="21600"/>
                    </a:cubicBezTo>
                    <a:cubicBezTo>
                      <a:pt x="35880" y="18514"/>
                      <a:pt x="36265" y="24685"/>
                      <a:pt x="36761" y="27771"/>
                    </a:cubicBezTo>
                    <a:cubicBezTo>
                      <a:pt x="37146" y="30857"/>
                      <a:pt x="37476" y="37028"/>
                      <a:pt x="37806" y="40114"/>
                    </a:cubicBezTo>
                    <a:cubicBezTo>
                      <a:pt x="38192" y="30857"/>
                      <a:pt x="38522" y="24685"/>
                      <a:pt x="38852" y="18514"/>
                    </a:cubicBezTo>
                    <a:cubicBezTo>
                      <a:pt x="39237" y="21600"/>
                      <a:pt x="39567" y="24685"/>
                      <a:pt x="39953" y="24685"/>
                    </a:cubicBezTo>
                    <a:cubicBezTo>
                      <a:pt x="40338" y="24685"/>
                      <a:pt x="40723" y="24685"/>
                      <a:pt x="41053" y="30857"/>
                    </a:cubicBezTo>
                    <a:cubicBezTo>
                      <a:pt x="41328" y="43200"/>
                      <a:pt x="41494" y="24685"/>
                      <a:pt x="41824" y="21600"/>
                    </a:cubicBezTo>
                    <a:cubicBezTo>
                      <a:pt x="42154" y="15428"/>
                      <a:pt x="42484" y="12342"/>
                      <a:pt x="42869" y="12342"/>
                    </a:cubicBezTo>
                    <a:lnTo>
                      <a:pt x="43200" y="9257"/>
                    </a:lnTo>
                  </a:path>
                </a:pathLst>
              </a:custGeom>
              <a:solidFill>
                <a:schemeClr val="accent1">
                  <a:alpha val="99999"/>
                </a:schemeClr>
              </a:solidFill>
              <a:ln w="152399" cap="flat" cmpd="sng" algn="ctr">
                <a:solidFill>
                  <a:schemeClr val="bg1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/>
              </a:p>
            </p:txBody>
          </p:sp>
        </p:grpSp>
      </p:grpSp>
      <p:pic>
        <p:nvPicPr>
          <p:cNvPr id="1358037354" name="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 rot="18975947" flipH="0" flipV="0">
            <a:off x="10828031" y="3204617"/>
            <a:ext cx="1378743" cy="523921"/>
          </a:xfrm>
          <a:prstGeom prst="rect">
            <a:avLst/>
          </a:prstGeom>
        </p:spPr>
      </p:pic>
      <p:grpSp>
        <p:nvGrpSpPr>
          <p:cNvPr id="2131222857" name=""/>
          <p:cNvGrpSpPr/>
          <p:nvPr/>
        </p:nvGrpSpPr>
        <p:grpSpPr bwMode="auto">
          <a:xfrm rot="1981085" flipH="0" flipV="0">
            <a:off x="9719905" y="4289868"/>
            <a:ext cx="2066710" cy="1877739"/>
            <a:chOff x="0" y="0"/>
            <a:chExt cx="2066710" cy="1877739"/>
          </a:xfrm>
        </p:grpSpPr>
        <p:sp>
          <p:nvSpPr>
            <p:cNvPr id="841873667" name=""/>
            <p:cNvSpPr/>
            <p:nvPr/>
          </p:nvSpPr>
          <p:spPr bwMode="auto">
            <a:xfrm rot="0" flipH="0" flipV="0">
              <a:off x="0" y="48940"/>
              <a:ext cx="2064729" cy="1828797"/>
            </a:xfrm>
            <a:prstGeom prst="rect">
              <a:avLst/>
            </a:prstGeom>
            <a:solidFill>
              <a:schemeClr val="bg2">
                <a:lumMod val="90000"/>
                <a:alpha val="9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/>
            </a:p>
          </p:txBody>
        </p:sp>
        <p:sp>
          <p:nvSpPr>
            <p:cNvPr id="1888095062" name=""/>
            <p:cNvSpPr/>
            <p:nvPr/>
          </p:nvSpPr>
          <p:spPr bwMode="auto">
            <a:xfrm flipH="0" flipV="0">
              <a:off x="1980" y="0"/>
              <a:ext cx="2064729" cy="103243"/>
            </a:xfrm>
            <a:custGeom>
              <a:avLst/>
              <a:gdLst/>
              <a:ahLst/>
              <a:cxnLst/>
              <a:rect l="0" t="0" r="r" b="b"/>
              <a:pathLst>
                <a:path w="11180536" h="589643" fill="norm" stroke="1" extrusionOk="0">
                  <a:moveTo>
                    <a:pt x="0" y="0"/>
                  </a:moveTo>
                  <a:cubicBezTo>
                    <a:pt x="0" y="0"/>
                    <a:pt x="177204" y="0"/>
                    <a:pt x="177204" y="0"/>
                  </a:cubicBezTo>
                  <a:cubicBezTo>
                    <a:pt x="168932" y="23095"/>
                    <a:pt x="164420" y="47915"/>
                    <a:pt x="164420" y="73706"/>
                  </a:cubicBezTo>
                  <a:cubicBezTo>
                    <a:pt x="164420" y="195005"/>
                    <a:pt x="264235" y="294821"/>
                    <a:pt x="385536" y="294821"/>
                  </a:cubicBezTo>
                  <a:cubicBezTo>
                    <a:pt x="506837" y="294821"/>
                    <a:pt x="606652" y="195005"/>
                    <a:pt x="606652" y="73706"/>
                  </a:cubicBezTo>
                  <a:cubicBezTo>
                    <a:pt x="606652" y="47915"/>
                    <a:pt x="602139" y="23095"/>
                    <a:pt x="593867" y="0"/>
                  </a:cubicBezTo>
                  <a:cubicBezTo>
                    <a:pt x="593867" y="0"/>
                    <a:pt x="867766" y="0"/>
                    <a:pt x="867766" y="0"/>
                  </a:cubicBezTo>
                  <a:cubicBezTo>
                    <a:pt x="859494" y="23095"/>
                    <a:pt x="854982" y="47915"/>
                    <a:pt x="854982" y="73706"/>
                  </a:cubicBezTo>
                  <a:cubicBezTo>
                    <a:pt x="854982" y="195005"/>
                    <a:pt x="954798" y="294821"/>
                    <a:pt x="1076098" y="294821"/>
                  </a:cubicBezTo>
                  <a:cubicBezTo>
                    <a:pt x="1197399" y="294821"/>
                    <a:pt x="1297214" y="195005"/>
                    <a:pt x="1297214" y="73706"/>
                  </a:cubicBezTo>
                  <a:cubicBezTo>
                    <a:pt x="1297214" y="47915"/>
                    <a:pt x="1292701" y="23095"/>
                    <a:pt x="1284429" y="0"/>
                  </a:cubicBezTo>
                  <a:cubicBezTo>
                    <a:pt x="1284429" y="0"/>
                    <a:pt x="1558329" y="0"/>
                    <a:pt x="1558329" y="0"/>
                  </a:cubicBezTo>
                  <a:cubicBezTo>
                    <a:pt x="1550057" y="23095"/>
                    <a:pt x="1545545" y="47915"/>
                    <a:pt x="1545545" y="73706"/>
                  </a:cubicBezTo>
                  <a:cubicBezTo>
                    <a:pt x="1545545" y="195005"/>
                    <a:pt x="1645360" y="294821"/>
                    <a:pt x="1766661" y="294821"/>
                  </a:cubicBezTo>
                  <a:cubicBezTo>
                    <a:pt x="1887962" y="294821"/>
                    <a:pt x="1987777" y="195005"/>
                    <a:pt x="1987777" y="73706"/>
                  </a:cubicBezTo>
                  <a:cubicBezTo>
                    <a:pt x="1987777" y="47915"/>
                    <a:pt x="1983264" y="23095"/>
                    <a:pt x="1974992" y="0"/>
                  </a:cubicBezTo>
                  <a:cubicBezTo>
                    <a:pt x="1974992" y="0"/>
                    <a:pt x="2248891" y="0"/>
                    <a:pt x="2248891" y="0"/>
                  </a:cubicBezTo>
                  <a:cubicBezTo>
                    <a:pt x="2240619" y="23095"/>
                    <a:pt x="2236107" y="47915"/>
                    <a:pt x="2236107" y="73706"/>
                  </a:cubicBezTo>
                  <a:cubicBezTo>
                    <a:pt x="2236107" y="195005"/>
                    <a:pt x="2335923" y="294821"/>
                    <a:pt x="2457223" y="294821"/>
                  </a:cubicBezTo>
                  <a:cubicBezTo>
                    <a:pt x="2578524" y="294821"/>
                    <a:pt x="2678339" y="195005"/>
                    <a:pt x="2678339" y="73706"/>
                  </a:cubicBezTo>
                  <a:cubicBezTo>
                    <a:pt x="2678339" y="47915"/>
                    <a:pt x="2673826" y="23095"/>
                    <a:pt x="2665554" y="0"/>
                  </a:cubicBezTo>
                  <a:cubicBezTo>
                    <a:pt x="2665554" y="0"/>
                    <a:pt x="2939454" y="0"/>
                    <a:pt x="2939454" y="0"/>
                  </a:cubicBezTo>
                  <a:cubicBezTo>
                    <a:pt x="2931182" y="23095"/>
                    <a:pt x="2926670" y="47915"/>
                    <a:pt x="2926670" y="73706"/>
                  </a:cubicBezTo>
                  <a:cubicBezTo>
                    <a:pt x="2926670" y="195005"/>
                    <a:pt x="3026485" y="294821"/>
                    <a:pt x="3147786" y="294821"/>
                  </a:cubicBezTo>
                  <a:cubicBezTo>
                    <a:pt x="3269087" y="294821"/>
                    <a:pt x="3368902" y="195005"/>
                    <a:pt x="3368902" y="73706"/>
                  </a:cubicBezTo>
                  <a:cubicBezTo>
                    <a:pt x="3368902" y="47915"/>
                    <a:pt x="3364389" y="23095"/>
                    <a:pt x="3356117" y="0"/>
                  </a:cubicBezTo>
                  <a:cubicBezTo>
                    <a:pt x="3356117" y="0"/>
                    <a:pt x="3630016" y="0"/>
                    <a:pt x="3630016" y="0"/>
                  </a:cubicBezTo>
                  <a:cubicBezTo>
                    <a:pt x="3621744" y="23095"/>
                    <a:pt x="3617232" y="47915"/>
                    <a:pt x="3617232" y="73706"/>
                  </a:cubicBezTo>
                  <a:cubicBezTo>
                    <a:pt x="3617232" y="195005"/>
                    <a:pt x="3717048" y="294821"/>
                    <a:pt x="3838348" y="294821"/>
                  </a:cubicBezTo>
                  <a:cubicBezTo>
                    <a:pt x="3959649" y="294821"/>
                    <a:pt x="4059464" y="195005"/>
                    <a:pt x="4059464" y="73706"/>
                  </a:cubicBezTo>
                  <a:cubicBezTo>
                    <a:pt x="4059464" y="47915"/>
                    <a:pt x="4054951" y="23095"/>
                    <a:pt x="4046679" y="0"/>
                  </a:cubicBezTo>
                  <a:cubicBezTo>
                    <a:pt x="4046679" y="0"/>
                    <a:pt x="4320579" y="0"/>
                    <a:pt x="4320579" y="0"/>
                  </a:cubicBezTo>
                  <a:cubicBezTo>
                    <a:pt x="4312307" y="23095"/>
                    <a:pt x="4307795" y="47915"/>
                    <a:pt x="4307795" y="73706"/>
                  </a:cubicBezTo>
                  <a:cubicBezTo>
                    <a:pt x="4307795" y="195005"/>
                    <a:pt x="4407610" y="294821"/>
                    <a:pt x="4528911" y="294821"/>
                  </a:cubicBezTo>
                  <a:cubicBezTo>
                    <a:pt x="4650212" y="294821"/>
                    <a:pt x="4750027" y="195005"/>
                    <a:pt x="4750027" y="73706"/>
                  </a:cubicBezTo>
                  <a:cubicBezTo>
                    <a:pt x="4750027" y="47915"/>
                    <a:pt x="4745514" y="23095"/>
                    <a:pt x="4737242" y="0"/>
                  </a:cubicBezTo>
                  <a:cubicBezTo>
                    <a:pt x="4737242" y="0"/>
                    <a:pt x="5011141" y="0"/>
                    <a:pt x="5011141" y="0"/>
                  </a:cubicBezTo>
                  <a:cubicBezTo>
                    <a:pt x="5002869" y="23095"/>
                    <a:pt x="4998357" y="47915"/>
                    <a:pt x="4998357" y="73706"/>
                  </a:cubicBezTo>
                  <a:cubicBezTo>
                    <a:pt x="4998357" y="195005"/>
                    <a:pt x="5098173" y="294821"/>
                    <a:pt x="5219473" y="294821"/>
                  </a:cubicBezTo>
                  <a:cubicBezTo>
                    <a:pt x="5340774" y="294821"/>
                    <a:pt x="5440589" y="195005"/>
                    <a:pt x="5440589" y="73706"/>
                  </a:cubicBezTo>
                  <a:cubicBezTo>
                    <a:pt x="5440589" y="47915"/>
                    <a:pt x="5436076" y="23095"/>
                    <a:pt x="5427804" y="0"/>
                  </a:cubicBezTo>
                  <a:cubicBezTo>
                    <a:pt x="5427804" y="0"/>
                    <a:pt x="5701704" y="0"/>
                    <a:pt x="5701704" y="0"/>
                  </a:cubicBezTo>
                  <a:cubicBezTo>
                    <a:pt x="5693432" y="23095"/>
                    <a:pt x="5688920" y="47915"/>
                    <a:pt x="5688920" y="73706"/>
                  </a:cubicBezTo>
                  <a:cubicBezTo>
                    <a:pt x="5688920" y="195005"/>
                    <a:pt x="5788735" y="294821"/>
                    <a:pt x="5910036" y="294821"/>
                  </a:cubicBezTo>
                  <a:cubicBezTo>
                    <a:pt x="6031337" y="294821"/>
                    <a:pt x="6131152" y="195005"/>
                    <a:pt x="6131152" y="73706"/>
                  </a:cubicBezTo>
                  <a:cubicBezTo>
                    <a:pt x="6131152" y="47915"/>
                    <a:pt x="6126639" y="23095"/>
                    <a:pt x="6118367" y="0"/>
                  </a:cubicBezTo>
                  <a:cubicBezTo>
                    <a:pt x="6118367" y="0"/>
                    <a:pt x="6392266" y="0"/>
                    <a:pt x="6392266" y="0"/>
                  </a:cubicBezTo>
                  <a:cubicBezTo>
                    <a:pt x="6383994" y="23095"/>
                    <a:pt x="6379482" y="47915"/>
                    <a:pt x="6379482" y="73706"/>
                  </a:cubicBezTo>
                  <a:cubicBezTo>
                    <a:pt x="6379482" y="195005"/>
                    <a:pt x="6479298" y="294821"/>
                    <a:pt x="6600598" y="294821"/>
                  </a:cubicBezTo>
                  <a:cubicBezTo>
                    <a:pt x="6721899" y="294821"/>
                    <a:pt x="6821715" y="195005"/>
                    <a:pt x="6821715" y="73706"/>
                  </a:cubicBezTo>
                  <a:cubicBezTo>
                    <a:pt x="6821715" y="47915"/>
                    <a:pt x="6817202" y="23095"/>
                    <a:pt x="6808930" y="0"/>
                  </a:cubicBezTo>
                  <a:cubicBezTo>
                    <a:pt x="6808930" y="0"/>
                    <a:pt x="7082829" y="0"/>
                    <a:pt x="7082829" y="0"/>
                  </a:cubicBezTo>
                  <a:cubicBezTo>
                    <a:pt x="7074557" y="23095"/>
                    <a:pt x="7070045" y="47915"/>
                    <a:pt x="7070045" y="73706"/>
                  </a:cubicBezTo>
                  <a:cubicBezTo>
                    <a:pt x="7070045" y="195005"/>
                    <a:pt x="7169860" y="294821"/>
                    <a:pt x="7291161" y="294821"/>
                  </a:cubicBezTo>
                  <a:cubicBezTo>
                    <a:pt x="7412462" y="294821"/>
                    <a:pt x="7512277" y="195005"/>
                    <a:pt x="7512277" y="73706"/>
                  </a:cubicBezTo>
                  <a:cubicBezTo>
                    <a:pt x="7512277" y="47915"/>
                    <a:pt x="7507764" y="23095"/>
                    <a:pt x="7499492" y="0"/>
                  </a:cubicBezTo>
                  <a:cubicBezTo>
                    <a:pt x="7499492" y="0"/>
                    <a:pt x="7773391" y="0"/>
                    <a:pt x="7773391" y="0"/>
                  </a:cubicBezTo>
                  <a:cubicBezTo>
                    <a:pt x="7765119" y="23095"/>
                    <a:pt x="7760607" y="47915"/>
                    <a:pt x="7760607" y="73706"/>
                  </a:cubicBezTo>
                  <a:cubicBezTo>
                    <a:pt x="7760607" y="195005"/>
                    <a:pt x="7860423" y="294821"/>
                    <a:pt x="7981723" y="294821"/>
                  </a:cubicBezTo>
                  <a:cubicBezTo>
                    <a:pt x="8103024" y="294821"/>
                    <a:pt x="8202840" y="195005"/>
                    <a:pt x="8202840" y="73706"/>
                  </a:cubicBezTo>
                  <a:cubicBezTo>
                    <a:pt x="8202840" y="47915"/>
                    <a:pt x="8198327" y="23095"/>
                    <a:pt x="8190055" y="0"/>
                  </a:cubicBezTo>
                  <a:cubicBezTo>
                    <a:pt x="8190055" y="0"/>
                    <a:pt x="8463954" y="0"/>
                    <a:pt x="8463954" y="0"/>
                  </a:cubicBezTo>
                  <a:cubicBezTo>
                    <a:pt x="8455682" y="23095"/>
                    <a:pt x="8451170" y="47915"/>
                    <a:pt x="8451170" y="73706"/>
                  </a:cubicBezTo>
                  <a:cubicBezTo>
                    <a:pt x="8451170" y="195005"/>
                    <a:pt x="8550985" y="294821"/>
                    <a:pt x="8672286" y="294821"/>
                  </a:cubicBezTo>
                  <a:cubicBezTo>
                    <a:pt x="8793587" y="294821"/>
                    <a:pt x="8893402" y="195005"/>
                    <a:pt x="8893402" y="73706"/>
                  </a:cubicBezTo>
                  <a:cubicBezTo>
                    <a:pt x="8893402" y="47915"/>
                    <a:pt x="8888889" y="23095"/>
                    <a:pt x="8880617" y="0"/>
                  </a:cubicBezTo>
                  <a:cubicBezTo>
                    <a:pt x="8880617" y="0"/>
                    <a:pt x="9154516" y="0"/>
                    <a:pt x="9154516" y="0"/>
                  </a:cubicBezTo>
                  <a:cubicBezTo>
                    <a:pt x="9146244" y="23095"/>
                    <a:pt x="9141732" y="47915"/>
                    <a:pt x="9141732" y="73706"/>
                  </a:cubicBezTo>
                  <a:cubicBezTo>
                    <a:pt x="9141732" y="195005"/>
                    <a:pt x="9241547" y="294821"/>
                    <a:pt x="9362848" y="294821"/>
                  </a:cubicBezTo>
                  <a:cubicBezTo>
                    <a:pt x="9484149" y="294821"/>
                    <a:pt x="9583965" y="195005"/>
                    <a:pt x="9583965" y="73706"/>
                  </a:cubicBezTo>
                  <a:cubicBezTo>
                    <a:pt x="9583965" y="47915"/>
                    <a:pt x="9579452" y="23095"/>
                    <a:pt x="9571180" y="0"/>
                  </a:cubicBezTo>
                  <a:cubicBezTo>
                    <a:pt x="9571180" y="0"/>
                    <a:pt x="9845079" y="0"/>
                    <a:pt x="9845079" y="0"/>
                  </a:cubicBezTo>
                  <a:cubicBezTo>
                    <a:pt x="9836807" y="23095"/>
                    <a:pt x="9832295" y="47915"/>
                    <a:pt x="9832295" y="73706"/>
                  </a:cubicBezTo>
                  <a:cubicBezTo>
                    <a:pt x="9832295" y="195005"/>
                    <a:pt x="9932110" y="294821"/>
                    <a:pt x="10053411" y="294821"/>
                  </a:cubicBezTo>
                  <a:cubicBezTo>
                    <a:pt x="10174712" y="294821"/>
                    <a:pt x="10274527" y="195005"/>
                    <a:pt x="10274527" y="73706"/>
                  </a:cubicBezTo>
                  <a:cubicBezTo>
                    <a:pt x="10274527" y="47915"/>
                    <a:pt x="10270014" y="23095"/>
                    <a:pt x="10261742" y="0"/>
                  </a:cubicBezTo>
                  <a:cubicBezTo>
                    <a:pt x="10261742" y="0"/>
                    <a:pt x="10535641" y="0"/>
                    <a:pt x="10535641" y="0"/>
                  </a:cubicBezTo>
                  <a:cubicBezTo>
                    <a:pt x="10527369" y="23095"/>
                    <a:pt x="10522857" y="47915"/>
                    <a:pt x="10522857" y="73706"/>
                  </a:cubicBezTo>
                  <a:cubicBezTo>
                    <a:pt x="10522857" y="195005"/>
                    <a:pt x="10622673" y="294821"/>
                    <a:pt x="10743972" y="294821"/>
                  </a:cubicBezTo>
                  <a:cubicBezTo>
                    <a:pt x="10865274" y="294821"/>
                    <a:pt x="10965090" y="195005"/>
                    <a:pt x="10965090" y="73706"/>
                  </a:cubicBezTo>
                  <a:cubicBezTo>
                    <a:pt x="10965090" y="47915"/>
                    <a:pt x="10960577" y="23095"/>
                    <a:pt x="10952305" y="0"/>
                  </a:cubicBezTo>
                  <a:cubicBezTo>
                    <a:pt x="10952305" y="0"/>
                    <a:pt x="11180536" y="0"/>
                    <a:pt x="11180536" y="0"/>
                  </a:cubicBezTo>
                  <a:cubicBezTo>
                    <a:pt x="11180536" y="0"/>
                    <a:pt x="11180536" y="589642"/>
                    <a:pt x="11180536" y="589642"/>
                  </a:cubicBezTo>
                  <a:cubicBezTo>
                    <a:pt x="11180536" y="589642"/>
                    <a:pt x="0" y="589642"/>
                    <a:pt x="0" y="589642"/>
                  </a:cubicBezTo>
                  <a:cubicBezTo>
                    <a:pt x="0" y="589642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2">
                <a:lumMod val="90000"/>
                <a:alpha val="9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txBody>
            <a:bodyPr/>
            <a:p>
              <a:pPr>
                <a:defRPr/>
              </a:pPr>
              <a:endParaRPr/>
            </a:p>
          </p:txBody>
        </p:sp>
        <p:pic>
          <p:nvPicPr>
            <p:cNvPr id="327139972" name=""/>
            <p:cNvPicPr>
              <a:picLocks noChangeAspect="1"/>
            </p:cNvPicPr>
            <p:nvPr/>
          </p:nvPicPr>
          <p:blipFill rotWithShape="1">
            <a:blip r:embed="rId3">
              <a:alphaModFix amt="24999"/>
            </a:blip>
            <a:srcRect l="41650" t="0" r="2111" b="1534"/>
            <a:stretch/>
          </p:blipFill>
          <p:spPr bwMode="auto">
            <a:xfrm flipH="0" flipV="0">
              <a:off x="148027" y="101630"/>
              <a:ext cx="1785335" cy="1693775"/>
            </a:xfrm>
            <a:prstGeom prst="rect">
              <a:avLst/>
            </a:prstGeom>
            <a:ln w="19050">
              <a:noFill/>
              <a:prstDash val="solid"/>
            </a:ln>
          </p:spPr>
        </p:pic>
      </p:grpSp>
      <p:sp>
        <p:nvSpPr>
          <p:cNvPr id="783528719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7" y="365123"/>
            <a:ext cx="9949702" cy="1325561"/>
          </a:xfrm>
          <a:prstGeom prst="rect">
            <a:avLst/>
          </a:prstGeom>
          <a:solidFill>
            <a:schemeClr val="accent6">
              <a:lumMod val="40000"/>
              <a:lumOff val="60000"/>
              <a:alpha val="60000"/>
            </a:schemeClr>
          </a:solidFill>
        </p:spPr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  <a:lvl2pPr>
              <a:defRPr>
                <a:solidFill>
                  <a:schemeClr val="accent6">
                    <a:lumMod val="50000"/>
                  </a:schemeClr>
                </a:solidFill>
              </a:defRPr>
            </a:lvl2pPr>
            <a:lvl3pPr>
              <a:defRPr>
                <a:solidFill>
                  <a:schemeClr val="accent6">
                    <a:lumMod val="50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50000"/>
                  </a:schemeClr>
                </a:solidFill>
              </a:defRPr>
            </a:lvl4pPr>
            <a:lvl5pPr>
              <a:defRPr>
                <a:solidFill>
                  <a:schemeClr val="accent6">
                    <a:lumMod val="50000"/>
                  </a:schemeClr>
                </a:solidFill>
              </a:defRPr>
            </a:lvl5pPr>
            <a:lvl6pPr>
              <a:defRPr>
                <a:solidFill>
                  <a:schemeClr val="accent6">
                    <a:lumMod val="50000"/>
                  </a:schemeClr>
                </a:solidFill>
              </a:defRPr>
            </a:lvl6pPr>
            <a:lvl7pPr>
              <a:defRPr>
                <a:solidFill>
                  <a:schemeClr val="accent6">
                    <a:lumMod val="50000"/>
                  </a:schemeClr>
                </a:solidFill>
              </a:defRPr>
            </a:lvl7pPr>
            <a:lvl8pPr>
              <a:defRPr>
                <a:solidFill>
                  <a:schemeClr val="accent6">
                    <a:lumMod val="50000"/>
                  </a:schemeClr>
                </a:solidFill>
              </a:defRPr>
            </a:lvl8pPr>
            <a:lvl9pPr>
              <a:defRPr>
                <a:solidFill>
                  <a:schemeClr val="accent6">
                    <a:lumMod val="50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56345286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41246" y="1828800"/>
            <a:ext cx="9963135" cy="4351338"/>
          </a:xfrm>
        </p:spPr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  <a:lvl2pPr>
              <a:defRPr>
                <a:solidFill>
                  <a:schemeClr val="accent6">
                    <a:lumMod val="50000"/>
                  </a:schemeClr>
                </a:solidFill>
              </a:defRPr>
            </a:lvl2pPr>
            <a:lvl3pPr>
              <a:defRPr>
                <a:solidFill>
                  <a:schemeClr val="accent6">
                    <a:lumMod val="50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50000"/>
                  </a:schemeClr>
                </a:solidFill>
              </a:defRPr>
            </a:lvl4pPr>
            <a:lvl5pPr>
              <a:defRPr>
                <a:solidFill>
                  <a:schemeClr val="accent6">
                    <a:lumMod val="50000"/>
                  </a:schemeClr>
                </a:solidFill>
              </a:defRPr>
            </a:lvl5pPr>
            <a:lvl6pPr>
              <a:defRPr>
                <a:solidFill>
                  <a:schemeClr val="accent6">
                    <a:lumMod val="50000"/>
                  </a:schemeClr>
                </a:solidFill>
              </a:defRPr>
            </a:lvl6pPr>
            <a:lvl7pPr>
              <a:defRPr>
                <a:solidFill>
                  <a:schemeClr val="accent6">
                    <a:lumMod val="50000"/>
                  </a:schemeClr>
                </a:solidFill>
              </a:defRPr>
            </a:lvl7pPr>
            <a:lvl8pPr>
              <a:defRPr>
                <a:solidFill>
                  <a:schemeClr val="accent6">
                    <a:lumMod val="50000"/>
                  </a:schemeClr>
                </a:solidFill>
              </a:defRPr>
            </a:lvl8pPr>
            <a:lvl9pPr>
              <a:defRPr>
                <a:solidFill>
                  <a:schemeClr val="accent6">
                    <a:lumMod val="50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909294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82395455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03382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sp>
        <p:nvSpPr>
          <p:cNvPr id="545837858" name=""/>
          <p:cNvSpPr/>
          <p:nvPr/>
        </p:nvSpPr>
        <p:spPr bwMode="auto">
          <a:xfrm rot="1506835" flipH="0" flipV="0">
            <a:off x="10006157" y="4457909"/>
            <a:ext cx="1474839" cy="1474839"/>
          </a:xfrm>
          <a:prstGeom prst="rect">
            <a:avLst/>
          </a:prstGeom>
          <a:solidFill>
            <a:srgbClr val="FFFD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pic>
        <p:nvPicPr>
          <p:cNvPr id="966974110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rot="0" flipH="0" flipV="0">
            <a:off x="10201897" y="4596841"/>
            <a:ext cx="1235094" cy="1342775"/>
          </a:xfrm>
          <a:prstGeom prst="rect">
            <a:avLst/>
          </a:prstGeom>
        </p:spPr>
      </p:pic>
      <p:pic>
        <p:nvPicPr>
          <p:cNvPr id="856012678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rot="20912157" flipH="0" flipV="0">
            <a:off x="10556164" y="106320"/>
            <a:ext cx="463473" cy="12455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4846989" name=""/>
          <p:cNvSpPr/>
          <p:nvPr/>
        </p:nvSpPr>
        <p:spPr bwMode="auto">
          <a:xfrm rot="0" flipH="0" flipV="0">
            <a:off x="841245" y="600489"/>
            <a:ext cx="10506657" cy="62740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47102783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7" y="365122"/>
            <a:ext cx="10515600" cy="1325560"/>
          </a:xfrm>
          <a:prstGeom prst="rect">
            <a:avLst/>
          </a:prstGeom>
          <a:noFill/>
        </p:spPr>
        <p:txBody>
          <a:bodyPr/>
          <a:lstStyle>
            <a:lvl1pPr algn="ctr">
              <a:defRPr>
                <a:solidFill>
                  <a:schemeClr val="accent6">
                    <a:lumMod val="50000"/>
                  </a:schemeClr>
                </a:solidFill>
              </a:defRPr>
            </a:lvl1pPr>
            <a:lvl2pPr algn="ctr">
              <a:defRPr>
                <a:solidFill>
                  <a:schemeClr val="accent6">
                    <a:lumMod val="50000"/>
                  </a:schemeClr>
                </a:solidFill>
              </a:defRPr>
            </a:lvl2pPr>
            <a:lvl3pPr algn="ctr">
              <a:defRPr>
                <a:solidFill>
                  <a:schemeClr val="accent6">
                    <a:lumMod val="50000"/>
                  </a:schemeClr>
                </a:solidFill>
              </a:defRPr>
            </a:lvl3pPr>
            <a:lvl4pPr algn="ctr">
              <a:defRPr>
                <a:solidFill>
                  <a:schemeClr val="accent6">
                    <a:lumMod val="50000"/>
                  </a:schemeClr>
                </a:solidFill>
              </a:defRPr>
            </a:lvl4pPr>
            <a:lvl5pPr algn="ctr">
              <a:defRPr>
                <a:solidFill>
                  <a:schemeClr val="accent6">
                    <a:lumMod val="50000"/>
                  </a:schemeClr>
                </a:solidFill>
              </a:defRPr>
            </a:lvl5pPr>
            <a:lvl6pPr algn="ctr">
              <a:defRPr>
                <a:solidFill>
                  <a:schemeClr val="accent6">
                    <a:lumMod val="50000"/>
                  </a:schemeClr>
                </a:solidFill>
              </a:defRPr>
            </a:lvl6pPr>
            <a:lvl7pPr algn="ctr">
              <a:defRPr>
                <a:solidFill>
                  <a:schemeClr val="accent6">
                    <a:lumMod val="50000"/>
                  </a:schemeClr>
                </a:solidFill>
              </a:defRPr>
            </a:lvl7pPr>
            <a:lvl8pPr algn="ctr">
              <a:defRPr>
                <a:solidFill>
                  <a:schemeClr val="accent6">
                    <a:lumMod val="50000"/>
                  </a:schemeClr>
                </a:solidFill>
              </a:defRPr>
            </a:lvl8pPr>
            <a:lvl9pPr algn="ctr">
              <a:defRPr>
                <a:solidFill>
                  <a:schemeClr val="accent6">
                    <a:lumMod val="50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66421407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41245" y="1828800"/>
            <a:ext cx="10176741" cy="4351338"/>
          </a:xfrm>
        </p:spPr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  <a:lvl2pPr>
              <a:defRPr>
                <a:solidFill>
                  <a:schemeClr val="accent6">
                    <a:lumMod val="50000"/>
                  </a:schemeClr>
                </a:solidFill>
              </a:defRPr>
            </a:lvl2pPr>
            <a:lvl3pPr>
              <a:defRPr>
                <a:solidFill>
                  <a:schemeClr val="accent6">
                    <a:lumMod val="50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50000"/>
                  </a:schemeClr>
                </a:solidFill>
              </a:defRPr>
            </a:lvl4pPr>
            <a:lvl5pPr>
              <a:defRPr>
                <a:solidFill>
                  <a:schemeClr val="accent6">
                    <a:lumMod val="50000"/>
                  </a:schemeClr>
                </a:solidFill>
              </a:defRPr>
            </a:lvl5pPr>
            <a:lvl6pPr>
              <a:defRPr>
                <a:solidFill>
                  <a:schemeClr val="accent6">
                    <a:lumMod val="50000"/>
                  </a:schemeClr>
                </a:solidFill>
              </a:defRPr>
            </a:lvl6pPr>
            <a:lvl7pPr>
              <a:defRPr>
                <a:solidFill>
                  <a:schemeClr val="accent6">
                    <a:lumMod val="50000"/>
                  </a:schemeClr>
                </a:solidFill>
              </a:defRPr>
            </a:lvl7pPr>
            <a:lvl8pPr>
              <a:defRPr>
                <a:solidFill>
                  <a:schemeClr val="accent6">
                    <a:lumMod val="50000"/>
                  </a:schemeClr>
                </a:solidFill>
              </a:defRPr>
            </a:lvl8pPr>
            <a:lvl9pPr>
              <a:defRPr>
                <a:solidFill>
                  <a:schemeClr val="accent6">
                    <a:lumMod val="50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90167304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97F87BC-9D25-4FAB-8E5A-9BFD62DAA3B9}" type="datetimeFigureOut">
              <a:rPr/>
              <a:t/>
            </a:fld>
            <a:endParaRPr/>
          </a:p>
        </p:txBody>
      </p:sp>
      <p:sp>
        <p:nvSpPr>
          <p:cNvPr id="163645421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761694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1323971-BCDC-E4FD-DB39-2139850D9773}" type="slidenum">
              <a:rPr/>
              <a:t/>
            </a:fld>
            <a:endParaRPr/>
          </a:p>
        </p:txBody>
      </p:sp>
      <p:sp>
        <p:nvSpPr>
          <p:cNvPr id="1195875065" name=""/>
          <p:cNvSpPr/>
          <p:nvPr/>
        </p:nvSpPr>
        <p:spPr bwMode="auto">
          <a:xfrm>
            <a:off x="9299345" y="158058"/>
            <a:ext cx="2048556" cy="553878"/>
          </a:xfrm>
          <a:custGeom>
            <a:avLst/>
            <a:gdLst/>
            <a:ahLst/>
            <a:cxnLst/>
            <a:rect l="0" t="0" r="r" b="b"/>
            <a:pathLst>
              <a:path w="2048559" h="553878" fill="norm" stroke="1" extrusionOk="0">
                <a:moveTo>
                  <a:pt x="2048559" y="0"/>
                </a:moveTo>
                <a:cubicBezTo>
                  <a:pt x="2048559" y="0"/>
                  <a:pt x="2048559" y="553878"/>
                  <a:pt x="2048559" y="553878"/>
                </a:cubicBezTo>
                <a:cubicBezTo>
                  <a:pt x="2048559" y="553878"/>
                  <a:pt x="0" y="553877"/>
                  <a:pt x="0" y="553877"/>
                </a:cubicBezTo>
                <a:cubicBezTo>
                  <a:pt x="0" y="553877"/>
                  <a:pt x="0" y="0"/>
                  <a:pt x="0" y="0"/>
                </a:cubicBezTo>
                <a:cubicBezTo>
                  <a:pt x="0" y="0"/>
                  <a:pt x="2048559" y="0"/>
                  <a:pt x="2048559" y="0"/>
                </a:cubicBezTo>
                <a:close/>
                <a:moveTo>
                  <a:pt x="30411" y="276939"/>
                </a:moveTo>
                <a:cubicBezTo>
                  <a:pt x="30411" y="359169"/>
                  <a:pt x="103348" y="426837"/>
                  <a:pt x="191987" y="426837"/>
                </a:cubicBezTo>
                <a:cubicBezTo>
                  <a:pt x="280625" y="426837"/>
                  <a:pt x="353563" y="359169"/>
                  <a:pt x="353563" y="276939"/>
                </a:cubicBezTo>
                <a:cubicBezTo>
                  <a:pt x="353563" y="194708"/>
                  <a:pt x="280625" y="127040"/>
                  <a:pt x="191987" y="127040"/>
                </a:cubicBezTo>
                <a:cubicBezTo>
                  <a:pt x="103348" y="127040"/>
                  <a:pt x="30411" y="194708"/>
                  <a:pt x="30411" y="276939"/>
                </a:cubicBezTo>
                <a:close/>
                <a:moveTo>
                  <a:pt x="557321" y="276939"/>
                </a:moveTo>
                <a:cubicBezTo>
                  <a:pt x="557321" y="359169"/>
                  <a:pt x="630260" y="426837"/>
                  <a:pt x="718897" y="426837"/>
                </a:cubicBezTo>
                <a:cubicBezTo>
                  <a:pt x="807538" y="426837"/>
                  <a:pt x="880474" y="359169"/>
                  <a:pt x="880474" y="276939"/>
                </a:cubicBezTo>
                <a:cubicBezTo>
                  <a:pt x="880474" y="194708"/>
                  <a:pt x="807538" y="127040"/>
                  <a:pt x="718897" y="127040"/>
                </a:cubicBezTo>
                <a:cubicBezTo>
                  <a:pt x="630260" y="127040"/>
                  <a:pt x="557321" y="194708"/>
                  <a:pt x="557321" y="276939"/>
                </a:cubicBezTo>
                <a:close/>
                <a:moveTo>
                  <a:pt x="1084233" y="276939"/>
                </a:moveTo>
                <a:cubicBezTo>
                  <a:pt x="1084233" y="359169"/>
                  <a:pt x="1157171" y="426837"/>
                  <a:pt x="1245808" y="426837"/>
                </a:cubicBezTo>
                <a:cubicBezTo>
                  <a:pt x="1334447" y="426837"/>
                  <a:pt x="1407385" y="359169"/>
                  <a:pt x="1407385" y="276939"/>
                </a:cubicBezTo>
                <a:cubicBezTo>
                  <a:pt x="1407385" y="194708"/>
                  <a:pt x="1334447" y="127040"/>
                  <a:pt x="1245808" y="127040"/>
                </a:cubicBezTo>
                <a:cubicBezTo>
                  <a:pt x="1157171" y="127040"/>
                  <a:pt x="1084233" y="194708"/>
                  <a:pt x="1084233" y="276939"/>
                </a:cubicBezTo>
                <a:close/>
                <a:moveTo>
                  <a:pt x="1611144" y="276939"/>
                </a:moveTo>
                <a:cubicBezTo>
                  <a:pt x="1611144" y="359169"/>
                  <a:pt x="1684082" y="426837"/>
                  <a:pt x="1772721" y="426837"/>
                </a:cubicBezTo>
                <a:cubicBezTo>
                  <a:pt x="1861359" y="426837"/>
                  <a:pt x="1934297" y="359169"/>
                  <a:pt x="1934297" y="276939"/>
                </a:cubicBezTo>
                <a:cubicBezTo>
                  <a:pt x="1934297" y="194708"/>
                  <a:pt x="1861359" y="127040"/>
                  <a:pt x="1772721" y="127040"/>
                </a:cubicBezTo>
                <a:cubicBezTo>
                  <a:pt x="1684082" y="127040"/>
                  <a:pt x="1611144" y="194708"/>
                  <a:pt x="1611144" y="276939"/>
                </a:cubicBezTo>
                <a:close/>
              </a:path>
            </a:pathLst>
          </a:cu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</p:sp>
      <p:sp>
        <p:nvSpPr>
          <p:cNvPr id="580787707" name=""/>
          <p:cNvSpPr/>
          <p:nvPr/>
        </p:nvSpPr>
        <p:spPr bwMode="auto">
          <a:xfrm>
            <a:off x="838197" y="158058"/>
            <a:ext cx="8461146" cy="553878"/>
          </a:xfrm>
          <a:custGeom>
            <a:avLst/>
            <a:gdLst/>
            <a:ahLst/>
            <a:cxnLst/>
            <a:rect l="0" t="0" r="r" b="b"/>
            <a:pathLst>
              <a:path w="8461148" h="553878" fill="norm" stroke="1" extrusionOk="0">
                <a:moveTo>
                  <a:pt x="0" y="553878"/>
                </a:moveTo>
                <a:cubicBezTo>
                  <a:pt x="0" y="553878"/>
                  <a:pt x="0" y="0"/>
                  <a:pt x="0" y="0"/>
                </a:cubicBezTo>
                <a:cubicBezTo>
                  <a:pt x="0" y="0"/>
                  <a:pt x="8461148" y="0"/>
                  <a:pt x="8461148" y="0"/>
                </a:cubicBezTo>
                <a:cubicBezTo>
                  <a:pt x="8461148" y="0"/>
                  <a:pt x="8461148" y="553878"/>
                  <a:pt x="8461148" y="553878"/>
                </a:cubicBezTo>
                <a:cubicBezTo>
                  <a:pt x="8461148" y="553878"/>
                  <a:pt x="0" y="553878"/>
                  <a:pt x="0" y="553878"/>
                </a:cubicBezTo>
                <a:close/>
                <a:moveTo>
                  <a:pt x="5998306" y="276939"/>
                </a:moveTo>
                <a:cubicBezTo>
                  <a:pt x="5998306" y="359169"/>
                  <a:pt x="6071244" y="426837"/>
                  <a:pt x="6159882" y="426837"/>
                </a:cubicBezTo>
                <a:cubicBezTo>
                  <a:pt x="6248520" y="426837"/>
                  <a:pt x="6321459" y="359169"/>
                  <a:pt x="6321459" y="276939"/>
                </a:cubicBezTo>
                <a:cubicBezTo>
                  <a:pt x="6321459" y="194707"/>
                  <a:pt x="6248520" y="127040"/>
                  <a:pt x="6159882" y="127040"/>
                </a:cubicBezTo>
                <a:cubicBezTo>
                  <a:pt x="6071244" y="127040"/>
                  <a:pt x="5998306" y="194707"/>
                  <a:pt x="5998306" y="276939"/>
                </a:cubicBezTo>
                <a:close/>
                <a:moveTo>
                  <a:pt x="6525219" y="276939"/>
                </a:moveTo>
                <a:cubicBezTo>
                  <a:pt x="6525219" y="359169"/>
                  <a:pt x="6598156" y="426837"/>
                  <a:pt x="6686795" y="426837"/>
                </a:cubicBezTo>
                <a:cubicBezTo>
                  <a:pt x="6775433" y="426837"/>
                  <a:pt x="6848371" y="359169"/>
                  <a:pt x="6848371" y="276939"/>
                </a:cubicBezTo>
                <a:cubicBezTo>
                  <a:pt x="6848371" y="194707"/>
                  <a:pt x="6775433" y="127040"/>
                  <a:pt x="6686795" y="127040"/>
                </a:cubicBezTo>
                <a:cubicBezTo>
                  <a:pt x="6598156" y="127040"/>
                  <a:pt x="6525219" y="194707"/>
                  <a:pt x="6525219" y="276939"/>
                </a:cubicBezTo>
                <a:close/>
                <a:moveTo>
                  <a:pt x="7052129" y="276939"/>
                </a:moveTo>
                <a:cubicBezTo>
                  <a:pt x="7052129" y="359169"/>
                  <a:pt x="7125068" y="426837"/>
                  <a:pt x="7213706" y="426837"/>
                </a:cubicBezTo>
                <a:cubicBezTo>
                  <a:pt x="7302346" y="426837"/>
                  <a:pt x="7375282" y="359169"/>
                  <a:pt x="7375282" y="276939"/>
                </a:cubicBezTo>
                <a:cubicBezTo>
                  <a:pt x="7375282" y="194707"/>
                  <a:pt x="7302346" y="127040"/>
                  <a:pt x="7213706" y="127040"/>
                </a:cubicBezTo>
                <a:cubicBezTo>
                  <a:pt x="7125068" y="127040"/>
                  <a:pt x="7052129" y="194707"/>
                  <a:pt x="7052129" y="276939"/>
                </a:cubicBezTo>
                <a:close/>
                <a:moveTo>
                  <a:pt x="7579041" y="276939"/>
                </a:moveTo>
                <a:cubicBezTo>
                  <a:pt x="7579041" y="359169"/>
                  <a:pt x="7651980" y="426837"/>
                  <a:pt x="7740617" y="426837"/>
                </a:cubicBezTo>
                <a:cubicBezTo>
                  <a:pt x="7829255" y="426837"/>
                  <a:pt x="7902194" y="359169"/>
                  <a:pt x="7902194" y="276939"/>
                </a:cubicBezTo>
                <a:cubicBezTo>
                  <a:pt x="7902194" y="194707"/>
                  <a:pt x="7829255" y="127040"/>
                  <a:pt x="7740617" y="127040"/>
                </a:cubicBezTo>
                <a:cubicBezTo>
                  <a:pt x="7651980" y="127040"/>
                  <a:pt x="7579041" y="194707"/>
                  <a:pt x="7579041" y="276939"/>
                </a:cubicBezTo>
                <a:close/>
                <a:moveTo>
                  <a:pt x="8105953" y="276939"/>
                </a:moveTo>
                <a:cubicBezTo>
                  <a:pt x="8105953" y="359169"/>
                  <a:pt x="8178891" y="426837"/>
                  <a:pt x="8267529" y="426837"/>
                </a:cubicBezTo>
                <a:cubicBezTo>
                  <a:pt x="8356167" y="426837"/>
                  <a:pt x="8429105" y="359169"/>
                  <a:pt x="8429105" y="276939"/>
                </a:cubicBezTo>
                <a:cubicBezTo>
                  <a:pt x="8429105" y="194707"/>
                  <a:pt x="8356167" y="127040"/>
                  <a:pt x="8267529" y="127040"/>
                </a:cubicBezTo>
                <a:cubicBezTo>
                  <a:pt x="8178891" y="127040"/>
                  <a:pt x="8105953" y="194707"/>
                  <a:pt x="8105953" y="276939"/>
                </a:cubicBezTo>
                <a:close/>
                <a:moveTo>
                  <a:pt x="180219" y="276939"/>
                </a:moveTo>
                <a:cubicBezTo>
                  <a:pt x="180219" y="359169"/>
                  <a:pt x="253158" y="426837"/>
                  <a:pt x="341797" y="426837"/>
                </a:cubicBezTo>
                <a:cubicBezTo>
                  <a:pt x="430435" y="426837"/>
                  <a:pt x="503372" y="359169"/>
                  <a:pt x="503372" y="276939"/>
                </a:cubicBezTo>
                <a:cubicBezTo>
                  <a:pt x="503372" y="194707"/>
                  <a:pt x="430435" y="127040"/>
                  <a:pt x="341797" y="127040"/>
                </a:cubicBezTo>
                <a:cubicBezTo>
                  <a:pt x="253158" y="127040"/>
                  <a:pt x="180219" y="194707"/>
                  <a:pt x="180219" y="276939"/>
                </a:cubicBezTo>
                <a:close/>
                <a:moveTo>
                  <a:pt x="707133" y="276939"/>
                </a:moveTo>
                <a:cubicBezTo>
                  <a:pt x="707133" y="359169"/>
                  <a:pt x="780072" y="426837"/>
                  <a:pt x="868709" y="426837"/>
                </a:cubicBezTo>
                <a:cubicBezTo>
                  <a:pt x="957347" y="426837"/>
                  <a:pt x="1030287" y="359169"/>
                  <a:pt x="1030287" y="276939"/>
                </a:cubicBezTo>
                <a:cubicBezTo>
                  <a:pt x="1030287" y="194707"/>
                  <a:pt x="957347" y="127040"/>
                  <a:pt x="868709" y="127040"/>
                </a:cubicBezTo>
                <a:cubicBezTo>
                  <a:pt x="780072" y="127040"/>
                  <a:pt x="707133" y="194707"/>
                  <a:pt x="707133" y="276939"/>
                </a:cubicBezTo>
                <a:close/>
                <a:moveTo>
                  <a:pt x="1234044" y="276939"/>
                </a:moveTo>
                <a:cubicBezTo>
                  <a:pt x="1234044" y="359169"/>
                  <a:pt x="1306982" y="426837"/>
                  <a:pt x="1395620" y="426837"/>
                </a:cubicBezTo>
                <a:cubicBezTo>
                  <a:pt x="1484259" y="426837"/>
                  <a:pt x="1557196" y="359169"/>
                  <a:pt x="1557196" y="276939"/>
                </a:cubicBezTo>
                <a:cubicBezTo>
                  <a:pt x="1557196" y="194707"/>
                  <a:pt x="1484259" y="127040"/>
                  <a:pt x="1395620" y="127040"/>
                </a:cubicBezTo>
                <a:cubicBezTo>
                  <a:pt x="1306982" y="127040"/>
                  <a:pt x="1234044" y="194707"/>
                  <a:pt x="1234044" y="276939"/>
                </a:cubicBezTo>
                <a:close/>
                <a:moveTo>
                  <a:pt x="1760956" y="276939"/>
                </a:moveTo>
                <a:cubicBezTo>
                  <a:pt x="1760956" y="359169"/>
                  <a:pt x="1833895" y="426837"/>
                  <a:pt x="1922532" y="426837"/>
                </a:cubicBezTo>
                <a:cubicBezTo>
                  <a:pt x="2011170" y="426837"/>
                  <a:pt x="2084109" y="359169"/>
                  <a:pt x="2084109" y="276939"/>
                </a:cubicBezTo>
                <a:cubicBezTo>
                  <a:pt x="2084109" y="194707"/>
                  <a:pt x="2011170" y="127040"/>
                  <a:pt x="1922532" y="127040"/>
                </a:cubicBezTo>
                <a:cubicBezTo>
                  <a:pt x="1833895" y="127040"/>
                  <a:pt x="1760956" y="194707"/>
                  <a:pt x="1760956" y="276939"/>
                </a:cubicBezTo>
                <a:close/>
                <a:moveTo>
                  <a:pt x="2287867" y="276939"/>
                </a:moveTo>
                <a:cubicBezTo>
                  <a:pt x="2287867" y="359169"/>
                  <a:pt x="2360805" y="426837"/>
                  <a:pt x="2449443" y="426837"/>
                </a:cubicBezTo>
                <a:cubicBezTo>
                  <a:pt x="2538082" y="426837"/>
                  <a:pt x="2611019" y="359169"/>
                  <a:pt x="2611019" y="276939"/>
                </a:cubicBezTo>
                <a:cubicBezTo>
                  <a:pt x="2611019" y="194707"/>
                  <a:pt x="2538082" y="127040"/>
                  <a:pt x="2449443" y="127040"/>
                </a:cubicBezTo>
                <a:cubicBezTo>
                  <a:pt x="2360805" y="127040"/>
                  <a:pt x="2287867" y="194707"/>
                  <a:pt x="2287867" y="276939"/>
                </a:cubicBezTo>
                <a:close/>
                <a:moveTo>
                  <a:pt x="2814779" y="276939"/>
                </a:moveTo>
                <a:cubicBezTo>
                  <a:pt x="2814779" y="359169"/>
                  <a:pt x="2887717" y="426837"/>
                  <a:pt x="2976355" y="426837"/>
                </a:cubicBezTo>
                <a:cubicBezTo>
                  <a:pt x="3064992" y="426837"/>
                  <a:pt x="3137930" y="359169"/>
                  <a:pt x="3137930" y="276939"/>
                </a:cubicBezTo>
                <a:cubicBezTo>
                  <a:pt x="3137930" y="194707"/>
                  <a:pt x="3064992" y="127040"/>
                  <a:pt x="2976355" y="127040"/>
                </a:cubicBezTo>
                <a:cubicBezTo>
                  <a:pt x="2887717" y="127040"/>
                  <a:pt x="2814779" y="194707"/>
                  <a:pt x="2814779" y="276939"/>
                </a:cubicBezTo>
                <a:close/>
                <a:moveTo>
                  <a:pt x="3341689" y="276939"/>
                </a:moveTo>
                <a:cubicBezTo>
                  <a:pt x="3341689" y="359169"/>
                  <a:pt x="3414627" y="426837"/>
                  <a:pt x="3503265" y="426837"/>
                </a:cubicBezTo>
                <a:cubicBezTo>
                  <a:pt x="3591903" y="426837"/>
                  <a:pt x="3664842" y="359169"/>
                  <a:pt x="3664842" y="276939"/>
                </a:cubicBezTo>
                <a:cubicBezTo>
                  <a:pt x="3664842" y="194707"/>
                  <a:pt x="3591903" y="127040"/>
                  <a:pt x="3503265" y="127040"/>
                </a:cubicBezTo>
                <a:cubicBezTo>
                  <a:pt x="3414627" y="127040"/>
                  <a:pt x="3341689" y="194707"/>
                  <a:pt x="3341689" y="276939"/>
                </a:cubicBezTo>
                <a:close/>
                <a:moveTo>
                  <a:pt x="3868600" y="276939"/>
                </a:moveTo>
                <a:cubicBezTo>
                  <a:pt x="3868600" y="359169"/>
                  <a:pt x="3941538" y="426837"/>
                  <a:pt x="4030176" y="426837"/>
                </a:cubicBezTo>
                <a:cubicBezTo>
                  <a:pt x="4118812" y="426837"/>
                  <a:pt x="4191751" y="359169"/>
                  <a:pt x="4191751" y="276939"/>
                </a:cubicBezTo>
                <a:cubicBezTo>
                  <a:pt x="4191751" y="194707"/>
                  <a:pt x="4118812" y="127040"/>
                  <a:pt x="4030176" y="127040"/>
                </a:cubicBezTo>
                <a:cubicBezTo>
                  <a:pt x="3941538" y="127040"/>
                  <a:pt x="3868600" y="194707"/>
                  <a:pt x="3868600" y="276939"/>
                </a:cubicBezTo>
                <a:close/>
                <a:moveTo>
                  <a:pt x="4395511" y="276939"/>
                </a:moveTo>
                <a:cubicBezTo>
                  <a:pt x="4395511" y="359169"/>
                  <a:pt x="4468449" y="426837"/>
                  <a:pt x="4557088" y="426837"/>
                </a:cubicBezTo>
                <a:cubicBezTo>
                  <a:pt x="4645726" y="426837"/>
                  <a:pt x="4718664" y="359169"/>
                  <a:pt x="4718664" y="276939"/>
                </a:cubicBezTo>
                <a:cubicBezTo>
                  <a:pt x="4718664" y="194707"/>
                  <a:pt x="4645726" y="127040"/>
                  <a:pt x="4557088" y="127040"/>
                </a:cubicBezTo>
                <a:cubicBezTo>
                  <a:pt x="4468449" y="127040"/>
                  <a:pt x="4395511" y="194707"/>
                  <a:pt x="4395511" y="276939"/>
                </a:cubicBezTo>
                <a:close/>
                <a:moveTo>
                  <a:pt x="4922422" y="276939"/>
                </a:moveTo>
                <a:cubicBezTo>
                  <a:pt x="4922422" y="359169"/>
                  <a:pt x="4995361" y="426837"/>
                  <a:pt x="5083998" y="426837"/>
                </a:cubicBezTo>
                <a:cubicBezTo>
                  <a:pt x="5172637" y="426837"/>
                  <a:pt x="5245575" y="359169"/>
                  <a:pt x="5245575" y="276939"/>
                </a:cubicBezTo>
                <a:cubicBezTo>
                  <a:pt x="5245575" y="194707"/>
                  <a:pt x="5172637" y="127040"/>
                  <a:pt x="5083998" y="127040"/>
                </a:cubicBezTo>
                <a:cubicBezTo>
                  <a:pt x="4995361" y="127040"/>
                  <a:pt x="4922422" y="194707"/>
                  <a:pt x="4922422" y="276939"/>
                </a:cubicBezTo>
                <a:close/>
                <a:moveTo>
                  <a:pt x="5449333" y="276939"/>
                </a:moveTo>
                <a:cubicBezTo>
                  <a:pt x="5449333" y="359169"/>
                  <a:pt x="5522271" y="426837"/>
                  <a:pt x="5610909" y="426837"/>
                </a:cubicBezTo>
                <a:cubicBezTo>
                  <a:pt x="5699547" y="426837"/>
                  <a:pt x="5772485" y="359169"/>
                  <a:pt x="5772485" y="276939"/>
                </a:cubicBezTo>
                <a:cubicBezTo>
                  <a:pt x="5772485" y="194707"/>
                  <a:pt x="5699547" y="127040"/>
                  <a:pt x="5610909" y="127040"/>
                </a:cubicBezTo>
                <a:cubicBezTo>
                  <a:pt x="5522271" y="127040"/>
                  <a:pt x="5449333" y="194707"/>
                  <a:pt x="5449333" y="276939"/>
                </a:cubicBezTo>
                <a:close/>
              </a:path>
            </a:pathLst>
          </a:cu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</p:sp>
      <p:pic>
        <p:nvPicPr>
          <p:cNvPr id="983796906" name="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 rot="18975947" flipH="0" flipV="0">
            <a:off x="10828030" y="3204616"/>
            <a:ext cx="1378742" cy="523920"/>
          </a:xfrm>
          <a:prstGeom prst="rect">
            <a:avLst/>
          </a:prstGeom>
        </p:spPr>
      </p:pic>
      <p:pic>
        <p:nvPicPr>
          <p:cNvPr id="103824395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21030471">
            <a:off x="70947" y="5845451"/>
            <a:ext cx="1904997" cy="72389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576715" name=""/>
          <p:cNvSpPr/>
          <p:nvPr/>
        </p:nvSpPr>
        <p:spPr bwMode="auto">
          <a:xfrm flipH="0" flipV="0">
            <a:off x="2093477" y="1635814"/>
            <a:ext cx="8013422" cy="2153477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1149" y="2293"/>
                </a:moveTo>
                <a:cubicBezTo>
                  <a:pt x="1514" y="3058"/>
                  <a:pt x="1985" y="3058"/>
                  <a:pt x="2402" y="3058"/>
                </a:cubicBezTo>
                <a:cubicBezTo>
                  <a:pt x="2716" y="2676"/>
                  <a:pt x="3029" y="2293"/>
                  <a:pt x="3343" y="1911"/>
                </a:cubicBezTo>
                <a:cubicBezTo>
                  <a:pt x="3604" y="764"/>
                  <a:pt x="3917" y="1529"/>
                  <a:pt x="4231" y="2293"/>
                </a:cubicBezTo>
                <a:cubicBezTo>
                  <a:pt x="4649" y="2293"/>
                  <a:pt x="4962" y="2293"/>
                  <a:pt x="5275" y="2293"/>
                </a:cubicBezTo>
                <a:cubicBezTo>
                  <a:pt x="5693" y="3058"/>
                  <a:pt x="6163" y="3440"/>
                  <a:pt x="6477" y="3440"/>
                </a:cubicBezTo>
                <a:cubicBezTo>
                  <a:pt x="6947" y="3440"/>
                  <a:pt x="7260" y="3440"/>
                  <a:pt x="7574" y="3440"/>
                </a:cubicBezTo>
                <a:cubicBezTo>
                  <a:pt x="7887" y="2676"/>
                  <a:pt x="8148" y="1529"/>
                  <a:pt x="8462" y="1529"/>
                </a:cubicBezTo>
                <a:cubicBezTo>
                  <a:pt x="8775" y="764"/>
                  <a:pt x="9141" y="764"/>
                  <a:pt x="9454" y="764"/>
                </a:cubicBezTo>
                <a:cubicBezTo>
                  <a:pt x="9768" y="0"/>
                  <a:pt x="10081" y="764"/>
                  <a:pt x="10395" y="1146"/>
                </a:cubicBezTo>
                <a:cubicBezTo>
                  <a:pt x="10708" y="1529"/>
                  <a:pt x="11022" y="1529"/>
                  <a:pt x="11387" y="1529"/>
                </a:cubicBezTo>
                <a:cubicBezTo>
                  <a:pt x="11753" y="1529"/>
                  <a:pt x="12118" y="1529"/>
                  <a:pt x="12484" y="1911"/>
                </a:cubicBezTo>
                <a:cubicBezTo>
                  <a:pt x="12798" y="1911"/>
                  <a:pt x="13111" y="1911"/>
                  <a:pt x="13424" y="1911"/>
                </a:cubicBezTo>
                <a:cubicBezTo>
                  <a:pt x="13738" y="1529"/>
                  <a:pt x="13999" y="382"/>
                  <a:pt x="14312" y="1529"/>
                </a:cubicBezTo>
                <a:cubicBezTo>
                  <a:pt x="14678" y="2293"/>
                  <a:pt x="15148" y="2293"/>
                  <a:pt x="15514" y="2293"/>
                </a:cubicBezTo>
                <a:cubicBezTo>
                  <a:pt x="15827" y="2293"/>
                  <a:pt x="16141" y="2293"/>
                  <a:pt x="16454" y="2293"/>
                </a:cubicBezTo>
                <a:cubicBezTo>
                  <a:pt x="16768" y="2293"/>
                  <a:pt x="17081" y="2293"/>
                  <a:pt x="17394" y="2293"/>
                </a:cubicBezTo>
                <a:cubicBezTo>
                  <a:pt x="17708" y="2293"/>
                  <a:pt x="18021" y="1911"/>
                  <a:pt x="18439" y="1529"/>
                </a:cubicBezTo>
                <a:cubicBezTo>
                  <a:pt x="18753" y="1529"/>
                  <a:pt x="19170" y="764"/>
                  <a:pt x="19484" y="764"/>
                </a:cubicBezTo>
                <a:cubicBezTo>
                  <a:pt x="19797" y="764"/>
                  <a:pt x="20111" y="382"/>
                  <a:pt x="20633" y="382"/>
                </a:cubicBezTo>
                <a:cubicBezTo>
                  <a:pt x="20947" y="382"/>
                  <a:pt x="21260" y="764"/>
                  <a:pt x="21573" y="764"/>
                </a:cubicBezTo>
                <a:cubicBezTo>
                  <a:pt x="21887" y="2293"/>
                  <a:pt x="22148" y="3440"/>
                  <a:pt x="22409" y="4587"/>
                </a:cubicBezTo>
                <a:cubicBezTo>
                  <a:pt x="22723" y="4587"/>
                  <a:pt x="23036" y="4587"/>
                  <a:pt x="23349" y="3823"/>
                </a:cubicBezTo>
                <a:cubicBezTo>
                  <a:pt x="23767" y="3058"/>
                  <a:pt x="24081" y="3058"/>
                  <a:pt x="24394" y="2676"/>
                </a:cubicBezTo>
                <a:cubicBezTo>
                  <a:pt x="24708" y="2293"/>
                  <a:pt x="25178" y="1911"/>
                  <a:pt x="25543" y="1911"/>
                </a:cubicBezTo>
                <a:cubicBezTo>
                  <a:pt x="25857" y="1529"/>
                  <a:pt x="26275" y="1529"/>
                  <a:pt x="26797" y="1146"/>
                </a:cubicBezTo>
                <a:cubicBezTo>
                  <a:pt x="27111" y="1146"/>
                  <a:pt x="27424" y="1146"/>
                  <a:pt x="27737" y="1146"/>
                </a:cubicBezTo>
                <a:cubicBezTo>
                  <a:pt x="28051" y="1146"/>
                  <a:pt x="28364" y="1911"/>
                  <a:pt x="28678" y="2293"/>
                </a:cubicBezTo>
                <a:cubicBezTo>
                  <a:pt x="28991" y="2293"/>
                  <a:pt x="29304" y="1911"/>
                  <a:pt x="29618" y="1529"/>
                </a:cubicBezTo>
                <a:cubicBezTo>
                  <a:pt x="29984" y="764"/>
                  <a:pt x="30297" y="0"/>
                  <a:pt x="30715" y="764"/>
                </a:cubicBezTo>
                <a:cubicBezTo>
                  <a:pt x="31028" y="1529"/>
                  <a:pt x="31342" y="1529"/>
                  <a:pt x="31655" y="1911"/>
                </a:cubicBezTo>
                <a:cubicBezTo>
                  <a:pt x="32021" y="1911"/>
                  <a:pt x="32386" y="2293"/>
                  <a:pt x="32752" y="2293"/>
                </a:cubicBezTo>
                <a:cubicBezTo>
                  <a:pt x="33066" y="2293"/>
                  <a:pt x="33379" y="2293"/>
                  <a:pt x="33692" y="2293"/>
                </a:cubicBezTo>
                <a:cubicBezTo>
                  <a:pt x="34058" y="2293"/>
                  <a:pt x="34371" y="2293"/>
                  <a:pt x="34737" y="2293"/>
                </a:cubicBezTo>
                <a:cubicBezTo>
                  <a:pt x="35051" y="2293"/>
                  <a:pt x="35364" y="2293"/>
                  <a:pt x="35730" y="1529"/>
                </a:cubicBezTo>
                <a:cubicBezTo>
                  <a:pt x="36043" y="1529"/>
                  <a:pt x="36513" y="764"/>
                  <a:pt x="36879" y="382"/>
                </a:cubicBezTo>
                <a:cubicBezTo>
                  <a:pt x="37244" y="0"/>
                  <a:pt x="37871" y="764"/>
                  <a:pt x="38185" y="1146"/>
                </a:cubicBezTo>
                <a:cubicBezTo>
                  <a:pt x="38498" y="1911"/>
                  <a:pt x="38916" y="2293"/>
                  <a:pt x="39229" y="1529"/>
                </a:cubicBezTo>
                <a:cubicBezTo>
                  <a:pt x="39543" y="1529"/>
                  <a:pt x="39856" y="1146"/>
                  <a:pt x="40170" y="1146"/>
                </a:cubicBezTo>
                <a:cubicBezTo>
                  <a:pt x="40483" y="764"/>
                  <a:pt x="40797" y="764"/>
                  <a:pt x="41110" y="764"/>
                </a:cubicBezTo>
                <a:cubicBezTo>
                  <a:pt x="41423" y="764"/>
                  <a:pt x="41737" y="764"/>
                  <a:pt x="42050" y="764"/>
                </a:cubicBezTo>
                <a:cubicBezTo>
                  <a:pt x="42364" y="764"/>
                  <a:pt x="42677" y="764"/>
                  <a:pt x="42991" y="1146"/>
                </a:cubicBezTo>
                <a:cubicBezTo>
                  <a:pt x="43200" y="3058"/>
                  <a:pt x="43147" y="5352"/>
                  <a:pt x="42991" y="7646"/>
                </a:cubicBezTo>
                <a:cubicBezTo>
                  <a:pt x="42886" y="9939"/>
                  <a:pt x="42834" y="12233"/>
                  <a:pt x="42782" y="14527"/>
                </a:cubicBezTo>
                <a:cubicBezTo>
                  <a:pt x="42782" y="16821"/>
                  <a:pt x="42782" y="19115"/>
                  <a:pt x="42782" y="21408"/>
                </a:cubicBezTo>
                <a:cubicBezTo>
                  <a:pt x="42782" y="23702"/>
                  <a:pt x="42886" y="25996"/>
                  <a:pt x="42938" y="28290"/>
                </a:cubicBezTo>
                <a:cubicBezTo>
                  <a:pt x="42991" y="30584"/>
                  <a:pt x="43043" y="32877"/>
                  <a:pt x="43095" y="35171"/>
                </a:cubicBezTo>
                <a:cubicBezTo>
                  <a:pt x="43095" y="37465"/>
                  <a:pt x="43200" y="39759"/>
                  <a:pt x="42938" y="41288"/>
                </a:cubicBezTo>
                <a:cubicBezTo>
                  <a:pt x="42677" y="40141"/>
                  <a:pt x="42364" y="38994"/>
                  <a:pt x="42050" y="38612"/>
                </a:cubicBezTo>
                <a:cubicBezTo>
                  <a:pt x="41632" y="37465"/>
                  <a:pt x="41319" y="37465"/>
                  <a:pt x="41006" y="37465"/>
                </a:cubicBezTo>
                <a:cubicBezTo>
                  <a:pt x="40692" y="37465"/>
                  <a:pt x="40379" y="38230"/>
                  <a:pt x="40065" y="38994"/>
                </a:cubicBezTo>
                <a:cubicBezTo>
                  <a:pt x="39700" y="39759"/>
                  <a:pt x="39386" y="40523"/>
                  <a:pt x="39021" y="40906"/>
                </a:cubicBezTo>
                <a:cubicBezTo>
                  <a:pt x="38707" y="41288"/>
                  <a:pt x="38394" y="42053"/>
                  <a:pt x="38080" y="42053"/>
                </a:cubicBezTo>
                <a:cubicBezTo>
                  <a:pt x="37767" y="42053"/>
                  <a:pt x="37453" y="41288"/>
                  <a:pt x="37036" y="40523"/>
                </a:cubicBezTo>
                <a:cubicBezTo>
                  <a:pt x="36670" y="40141"/>
                  <a:pt x="36356" y="39759"/>
                  <a:pt x="36043" y="39759"/>
                </a:cubicBezTo>
                <a:cubicBezTo>
                  <a:pt x="35677" y="39759"/>
                  <a:pt x="35364" y="39759"/>
                  <a:pt x="35051" y="39759"/>
                </a:cubicBezTo>
                <a:cubicBezTo>
                  <a:pt x="34737" y="40141"/>
                  <a:pt x="34424" y="40906"/>
                  <a:pt x="34110" y="41288"/>
                </a:cubicBezTo>
                <a:cubicBezTo>
                  <a:pt x="33797" y="41288"/>
                  <a:pt x="33483" y="40906"/>
                  <a:pt x="33170" y="41288"/>
                </a:cubicBezTo>
                <a:cubicBezTo>
                  <a:pt x="32804" y="41288"/>
                  <a:pt x="32491" y="41288"/>
                  <a:pt x="32177" y="41288"/>
                </a:cubicBezTo>
                <a:cubicBezTo>
                  <a:pt x="31760" y="40906"/>
                  <a:pt x="31289" y="40906"/>
                  <a:pt x="30924" y="40523"/>
                </a:cubicBezTo>
                <a:cubicBezTo>
                  <a:pt x="30610" y="40523"/>
                  <a:pt x="30245" y="40523"/>
                  <a:pt x="29931" y="40523"/>
                </a:cubicBezTo>
                <a:cubicBezTo>
                  <a:pt x="29618" y="40523"/>
                  <a:pt x="29200" y="40906"/>
                  <a:pt x="28782" y="41288"/>
                </a:cubicBezTo>
                <a:cubicBezTo>
                  <a:pt x="28469" y="42053"/>
                  <a:pt x="27999" y="42817"/>
                  <a:pt x="27633" y="42053"/>
                </a:cubicBezTo>
                <a:cubicBezTo>
                  <a:pt x="27215" y="41288"/>
                  <a:pt x="26902" y="41288"/>
                  <a:pt x="26588" y="40523"/>
                </a:cubicBezTo>
                <a:cubicBezTo>
                  <a:pt x="26275" y="40523"/>
                  <a:pt x="25961" y="40523"/>
                  <a:pt x="25543" y="40523"/>
                </a:cubicBezTo>
                <a:cubicBezTo>
                  <a:pt x="25125" y="40523"/>
                  <a:pt x="24812" y="40523"/>
                  <a:pt x="24499" y="40523"/>
                </a:cubicBezTo>
                <a:cubicBezTo>
                  <a:pt x="24133" y="40523"/>
                  <a:pt x="23767" y="40523"/>
                  <a:pt x="23454" y="40523"/>
                </a:cubicBezTo>
                <a:cubicBezTo>
                  <a:pt x="23088" y="41288"/>
                  <a:pt x="22723" y="42053"/>
                  <a:pt x="22409" y="42817"/>
                </a:cubicBezTo>
                <a:cubicBezTo>
                  <a:pt x="22096" y="43200"/>
                  <a:pt x="21835" y="42053"/>
                  <a:pt x="21521" y="41288"/>
                </a:cubicBezTo>
                <a:cubicBezTo>
                  <a:pt x="21260" y="40141"/>
                  <a:pt x="20947" y="40141"/>
                  <a:pt x="20529" y="40141"/>
                </a:cubicBezTo>
                <a:cubicBezTo>
                  <a:pt x="20215" y="40523"/>
                  <a:pt x="19797" y="40523"/>
                  <a:pt x="19484" y="40523"/>
                </a:cubicBezTo>
                <a:cubicBezTo>
                  <a:pt x="19170" y="41288"/>
                  <a:pt x="18857" y="41288"/>
                  <a:pt x="18544" y="41288"/>
                </a:cubicBezTo>
                <a:cubicBezTo>
                  <a:pt x="18178" y="41288"/>
                  <a:pt x="17603" y="41288"/>
                  <a:pt x="17290" y="41288"/>
                </a:cubicBezTo>
                <a:cubicBezTo>
                  <a:pt x="16977" y="41288"/>
                  <a:pt x="16663" y="40906"/>
                  <a:pt x="16350" y="40523"/>
                </a:cubicBezTo>
                <a:cubicBezTo>
                  <a:pt x="15932" y="39376"/>
                  <a:pt x="15514" y="38994"/>
                  <a:pt x="15200" y="38612"/>
                </a:cubicBezTo>
                <a:cubicBezTo>
                  <a:pt x="14887" y="38612"/>
                  <a:pt x="14574" y="38612"/>
                  <a:pt x="14260" y="38612"/>
                </a:cubicBezTo>
                <a:cubicBezTo>
                  <a:pt x="13842" y="38612"/>
                  <a:pt x="13529" y="38612"/>
                  <a:pt x="13215" y="38612"/>
                </a:cubicBezTo>
                <a:cubicBezTo>
                  <a:pt x="12902" y="38612"/>
                  <a:pt x="12536" y="38994"/>
                  <a:pt x="12223" y="39376"/>
                </a:cubicBezTo>
                <a:cubicBezTo>
                  <a:pt x="11910" y="40141"/>
                  <a:pt x="11596" y="40523"/>
                  <a:pt x="11022" y="40523"/>
                </a:cubicBezTo>
                <a:cubicBezTo>
                  <a:pt x="10708" y="39759"/>
                  <a:pt x="10395" y="39376"/>
                  <a:pt x="10081" y="38994"/>
                </a:cubicBezTo>
                <a:cubicBezTo>
                  <a:pt x="9768" y="38612"/>
                  <a:pt x="9454" y="38612"/>
                  <a:pt x="9141" y="38612"/>
                </a:cubicBezTo>
                <a:cubicBezTo>
                  <a:pt x="8723" y="38612"/>
                  <a:pt x="8410" y="38994"/>
                  <a:pt x="8096" y="38994"/>
                </a:cubicBezTo>
                <a:cubicBezTo>
                  <a:pt x="7783" y="38994"/>
                  <a:pt x="7469" y="39759"/>
                  <a:pt x="7156" y="40141"/>
                </a:cubicBezTo>
                <a:cubicBezTo>
                  <a:pt x="6790" y="40523"/>
                  <a:pt x="6425" y="40523"/>
                  <a:pt x="6111" y="40523"/>
                </a:cubicBezTo>
                <a:cubicBezTo>
                  <a:pt x="5798" y="40523"/>
                  <a:pt x="5484" y="40523"/>
                  <a:pt x="5119" y="40141"/>
                </a:cubicBezTo>
                <a:cubicBezTo>
                  <a:pt x="4753" y="40141"/>
                  <a:pt x="4335" y="40141"/>
                  <a:pt x="4022" y="40523"/>
                </a:cubicBezTo>
                <a:cubicBezTo>
                  <a:pt x="3656" y="40523"/>
                  <a:pt x="3395" y="39376"/>
                  <a:pt x="3081" y="38612"/>
                </a:cubicBezTo>
                <a:cubicBezTo>
                  <a:pt x="2768" y="38230"/>
                  <a:pt x="2455" y="37847"/>
                  <a:pt x="2141" y="37465"/>
                </a:cubicBezTo>
                <a:cubicBezTo>
                  <a:pt x="1828" y="37465"/>
                  <a:pt x="1410" y="38230"/>
                  <a:pt x="1096" y="38994"/>
                </a:cubicBezTo>
                <a:cubicBezTo>
                  <a:pt x="888" y="40906"/>
                  <a:pt x="626" y="39759"/>
                  <a:pt x="574" y="37465"/>
                </a:cubicBezTo>
                <a:cubicBezTo>
                  <a:pt x="365" y="35553"/>
                  <a:pt x="156" y="33642"/>
                  <a:pt x="0" y="31730"/>
                </a:cubicBezTo>
                <a:cubicBezTo>
                  <a:pt x="156" y="29054"/>
                  <a:pt x="156" y="26761"/>
                  <a:pt x="313" y="24467"/>
                </a:cubicBezTo>
                <a:cubicBezTo>
                  <a:pt x="365" y="22173"/>
                  <a:pt x="470" y="19879"/>
                  <a:pt x="626" y="17968"/>
                </a:cubicBezTo>
                <a:cubicBezTo>
                  <a:pt x="783" y="16056"/>
                  <a:pt x="888" y="13762"/>
                  <a:pt x="992" y="11469"/>
                </a:cubicBezTo>
                <a:cubicBezTo>
                  <a:pt x="1044" y="9175"/>
                  <a:pt x="1096" y="6881"/>
                  <a:pt x="1149" y="4587"/>
                </a:cubicBezTo>
              </a:path>
            </a:pathLst>
          </a:custGeom>
          <a:ln w="152399" cap="flat" cmpd="sng" algn="ctr">
            <a:solidFill>
              <a:schemeClr val="accent6">
                <a:lumMod val="20000"/>
                <a:lumOff val="8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534455779" name=""/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tretch/>
        </p:blipFill>
        <p:spPr bwMode="auto">
          <a:xfrm rot="10799999" flipH="0" flipV="0">
            <a:off x="0" y="3876258"/>
            <a:ext cx="3227010" cy="2981737"/>
          </a:xfrm>
          <a:prstGeom prst="rect">
            <a:avLst/>
          </a:prstGeom>
        </p:spPr>
      </p:pic>
      <p:sp>
        <p:nvSpPr>
          <p:cNvPr id="489307117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2141974" y="3876258"/>
            <a:ext cx="7908046" cy="1527174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6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>
                <a:solidFill>
                  <a:schemeClr val="accent6">
                    <a:lumMod val="50000"/>
                  </a:schemeClr>
                </a:solidFill>
              </a:defRPr>
            </a:lvl2pPr>
            <a:lvl3pPr marL="914400" indent="0" algn="ctr">
              <a:buNone/>
              <a:defRPr sz="1800">
                <a:solidFill>
                  <a:schemeClr val="accent6">
                    <a:lumMod val="50000"/>
                  </a:schemeClr>
                </a:solidFill>
              </a:defRPr>
            </a:lvl3pPr>
            <a:lvl4pPr marL="1371600" indent="0" algn="ctr">
              <a:buNone/>
              <a:defRPr sz="1600">
                <a:solidFill>
                  <a:schemeClr val="accent6">
                    <a:lumMod val="50000"/>
                  </a:schemeClr>
                </a:solidFill>
              </a:defRPr>
            </a:lvl4pPr>
            <a:lvl5pPr marL="1828800" indent="0" algn="ctr">
              <a:buNone/>
              <a:defRPr sz="1600">
                <a:solidFill>
                  <a:schemeClr val="accent6">
                    <a:lumMod val="50000"/>
                  </a:schemeClr>
                </a:solidFill>
              </a:defRPr>
            </a:lvl5pPr>
            <a:lvl6pPr marL="2286000" indent="0" algn="ctr">
              <a:buNone/>
              <a:defRPr sz="1600">
                <a:solidFill>
                  <a:schemeClr val="accent6">
                    <a:lumMod val="50000"/>
                  </a:schemeClr>
                </a:solidFill>
              </a:defRPr>
            </a:lvl6pPr>
            <a:lvl7pPr marL="2743200" indent="0" algn="ctr">
              <a:buNone/>
              <a:defRPr sz="1600">
                <a:solidFill>
                  <a:schemeClr val="accent6">
                    <a:lumMod val="50000"/>
                  </a:schemeClr>
                </a:solidFill>
              </a:defRPr>
            </a:lvl7pPr>
            <a:lvl8pPr marL="3200400" indent="0" algn="ctr">
              <a:buNone/>
              <a:defRPr sz="1600">
                <a:solidFill>
                  <a:schemeClr val="accent6">
                    <a:lumMod val="50000"/>
                  </a:schemeClr>
                </a:solidFill>
              </a:defRPr>
            </a:lvl8pPr>
            <a:lvl9pPr marL="3657600" indent="0" algn="ctr">
              <a:buNone/>
              <a:defRPr sz="1600">
                <a:solidFill>
                  <a:schemeClr val="accent6">
                    <a:lumMod val="50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6098245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4716525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418695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pic>
        <p:nvPicPr>
          <p:cNvPr id="1984308885" name=""/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tretch/>
        </p:blipFill>
        <p:spPr bwMode="auto">
          <a:xfrm flipH="0" flipV="0">
            <a:off x="8964987" y="0"/>
            <a:ext cx="3227010" cy="2981737"/>
          </a:xfrm>
          <a:prstGeom prst="rect">
            <a:avLst/>
          </a:prstGeom>
        </p:spPr>
      </p:pic>
      <p:grpSp>
        <p:nvGrpSpPr>
          <p:cNvPr id="1967127443" name=""/>
          <p:cNvGrpSpPr/>
          <p:nvPr/>
        </p:nvGrpSpPr>
        <p:grpSpPr bwMode="auto">
          <a:xfrm>
            <a:off x="0" y="0"/>
            <a:ext cx="5772655" cy="1683001"/>
            <a:chOff x="0" y="0"/>
            <a:chExt cx="5772655" cy="1683001"/>
          </a:xfrm>
        </p:grpSpPr>
        <p:sp>
          <p:nvSpPr>
            <p:cNvPr id="729783922" name=""/>
            <p:cNvSpPr/>
            <p:nvPr/>
          </p:nvSpPr>
          <p:spPr bwMode="auto">
            <a:xfrm rot="0" flipH="0" flipV="1">
              <a:off x="0" y="0"/>
              <a:ext cx="5772655" cy="1678212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0" y="43200"/>
                  </a:moveTo>
                  <a:lnTo>
                    <a:pt x="0" y="0"/>
                  </a:lnTo>
                  <a:cubicBezTo>
                    <a:pt x="8020" y="8019"/>
                    <a:pt x="7096" y="6129"/>
                    <a:pt x="24482" y="22182"/>
                  </a:cubicBezTo>
                  <a:cubicBezTo>
                    <a:pt x="30862" y="28562"/>
                    <a:pt x="36820" y="36820"/>
                    <a:pt x="43200" y="43200"/>
                  </a:cubicBezTo>
                  <a:lnTo>
                    <a:pt x="0" y="43200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6451984" name=""/>
            <p:cNvSpPr/>
            <p:nvPr/>
          </p:nvSpPr>
          <p:spPr bwMode="auto">
            <a:xfrm rot="0" flipH="0" flipV="0">
              <a:off x="0" y="208881"/>
              <a:ext cx="5066300" cy="1474119"/>
            </a:xfrm>
            <a:custGeom>
              <a:avLst/>
              <a:gdLst/>
              <a:ahLst/>
              <a:cxnLst/>
              <a:rect l="0" t="0" r="r" b="b"/>
              <a:pathLst>
                <a:path w="43200" h="43200" fill="none" stroke="1" extrusionOk="0">
                  <a:moveTo>
                    <a:pt x="0" y="43200"/>
                  </a:moveTo>
                  <a:lnTo>
                    <a:pt x="1799" y="43200"/>
                  </a:lnTo>
                  <a:cubicBezTo>
                    <a:pt x="2199" y="43200"/>
                    <a:pt x="2799" y="42866"/>
                    <a:pt x="3399" y="42533"/>
                  </a:cubicBezTo>
                  <a:cubicBezTo>
                    <a:pt x="3799" y="42200"/>
                    <a:pt x="3799" y="40871"/>
                    <a:pt x="3999" y="39874"/>
                  </a:cubicBezTo>
                  <a:cubicBezTo>
                    <a:pt x="4299" y="39211"/>
                    <a:pt x="4699" y="38878"/>
                    <a:pt x="5099" y="38545"/>
                  </a:cubicBezTo>
                  <a:lnTo>
                    <a:pt x="6399" y="38545"/>
                  </a:lnTo>
                  <a:cubicBezTo>
                    <a:pt x="6799" y="38545"/>
                    <a:pt x="7199" y="37882"/>
                    <a:pt x="7499" y="37216"/>
                  </a:cubicBezTo>
                  <a:cubicBezTo>
                    <a:pt x="7795" y="36552"/>
                    <a:pt x="8699" y="36552"/>
                    <a:pt x="9598" y="35555"/>
                  </a:cubicBezTo>
                  <a:cubicBezTo>
                    <a:pt x="10198" y="35222"/>
                    <a:pt x="10698" y="34557"/>
                    <a:pt x="10998" y="33229"/>
                  </a:cubicBezTo>
                  <a:cubicBezTo>
                    <a:pt x="11399" y="32564"/>
                    <a:pt x="11899" y="32564"/>
                    <a:pt x="12499" y="32564"/>
                  </a:cubicBezTo>
                  <a:cubicBezTo>
                    <a:pt x="13199" y="33229"/>
                    <a:pt x="13598" y="33893"/>
                    <a:pt x="13999" y="33229"/>
                  </a:cubicBezTo>
                  <a:cubicBezTo>
                    <a:pt x="14398" y="32564"/>
                    <a:pt x="14998" y="31234"/>
                    <a:pt x="15399" y="30572"/>
                  </a:cubicBezTo>
                  <a:cubicBezTo>
                    <a:pt x="15798" y="29905"/>
                    <a:pt x="16199" y="29242"/>
                    <a:pt x="16799" y="28576"/>
                  </a:cubicBezTo>
                  <a:cubicBezTo>
                    <a:pt x="17099" y="27913"/>
                    <a:pt x="17499" y="27913"/>
                    <a:pt x="18100" y="27578"/>
                  </a:cubicBezTo>
                  <a:lnTo>
                    <a:pt x="19598" y="27578"/>
                  </a:lnTo>
                  <a:cubicBezTo>
                    <a:pt x="20000" y="27578"/>
                    <a:pt x="20498" y="27578"/>
                    <a:pt x="20899" y="26583"/>
                  </a:cubicBezTo>
                  <a:cubicBezTo>
                    <a:pt x="21198" y="25254"/>
                    <a:pt x="21498" y="24257"/>
                    <a:pt x="22299" y="23260"/>
                  </a:cubicBezTo>
                  <a:cubicBezTo>
                    <a:pt x="22899" y="23260"/>
                    <a:pt x="23599" y="22595"/>
                    <a:pt x="24398" y="21931"/>
                  </a:cubicBezTo>
                  <a:cubicBezTo>
                    <a:pt x="24998" y="21598"/>
                    <a:pt x="25597" y="21266"/>
                    <a:pt x="26200" y="21266"/>
                  </a:cubicBezTo>
                  <a:cubicBezTo>
                    <a:pt x="26898" y="21266"/>
                    <a:pt x="27197" y="20601"/>
                    <a:pt x="27399" y="19272"/>
                  </a:cubicBezTo>
                  <a:cubicBezTo>
                    <a:pt x="27797" y="18607"/>
                    <a:pt x="28599" y="17943"/>
                    <a:pt x="29199" y="17278"/>
                  </a:cubicBezTo>
                  <a:cubicBezTo>
                    <a:pt x="29599" y="16946"/>
                    <a:pt x="30000" y="16614"/>
                    <a:pt x="30599" y="15617"/>
                  </a:cubicBezTo>
                  <a:cubicBezTo>
                    <a:pt x="30997" y="15284"/>
                    <a:pt x="31398" y="14951"/>
                    <a:pt x="31900" y="13955"/>
                  </a:cubicBezTo>
                  <a:cubicBezTo>
                    <a:pt x="32297" y="13291"/>
                    <a:pt x="32899" y="12626"/>
                    <a:pt x="33399" y="11961"/>
                  </a:cubicBezTo>
                  <a:cubicBezTo>
                    <a:pt x="33699" y="11297"/>
                    <a:pt x="34099" y="10965"/>
                    <a:pt x="34999" y="9635"/>
                  </a:cubicBezTo>
                  <a:cubicBezTo>
                    <a:pt x="35400" y="9303"/>
                    <a:pt x="35799" y="8639"/>
                    <a:pt x="36200" y="9303"/>
                  </a:cubicBezTo>
                  <a:cubicBezTo>
                    <a:pt x="36398" y="10299"/>
                    <a:pt x="36799" y="9635"/>
                    <a:pt x="37199" y="8639"/>
                  </a:cubicBezTo>
                  <a:cubicBezTo>
                    <a:pt x="37499" y="7973"/>
                    <a:pt x="37998" y="7310"/>
                    <a:pt x="38699" y="5981"/>
                  </a:cubicBezTo>
                  <a:cubicBezTo>
                    <a:pt x="39200" y="5316"/>
                    <a:pt x="40000" y="4317"/>
                    <a:pt x="40396" y="3986"/>
                  </a:cubicBezTo>
                  <a:cubicBezTo>
                    <a:pt x="40800" y="2988"/>
                    <a:pt x="41299" y="2657"/>
                    <a:pt x="41600" y="1992"/>
                  </a:cubicBezTo>
                  <a:cubicBezTo>
                    <a:pt x="42199" y="1328"/>
                    <a:pt x="42799" y="663"/>
                    <a:pt x="43200" y="0"/>
                  </a:cubicBezTo>
                  <a:lnTo>
                    <a:pt x="41817" y="747"/>
                  </a:lnTo>
                </a:path>
              </a:pathLst>
            </a:custGeom>
            <a:ln w="152399" cap="flat" cmpd="sng" algn="ctr">
              <a:solidFill>
                <a:schemeClr val="accent6">
                  <a:lumMod val="20000"/>
                  <a:lumOff val="80000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26686258" name=""/>
            <p:cNvSpPr/>
            <p:nvPr/>
          </p:nvSpPr>
          <p:spPr bwMode="auto">
            <a:xfrm rot="0" flipH="0" flipV="0">
              <a:off x="0" y="109723"/>
              <a:ext cx="5147411" cy="1458756"/>
            </a:xfrm>
            <a:custGeom>
              <a:avLst/>
              <a:gdLst/>
              <a:ahLst/>
              <a:cxnLst/>
              <a:rect l="0" t="0" r="r" b="b"/>
              <a:pathLst>
                <a:path w="43200" h="43200" fill="none" stroke="1" extrusionOk="0">
                  <a:moveTo>
                    <a:pt x="0" y="43200"/>
                  </a:moveTo>
                  <a:lnTo>
                    <a:pt x="1728" y="43200"/>
                  </a:lnTo>
                  <a:cubicBezTo>
                    <a:pt x="2112" y="43200"/>
                    <a:pt x="2689" y="42876"/>
                    <a:pt x="3266" y="42554"/>
                  </a:cubicBezTo>
                  <a:cubicBezTo>
                    <a:pt x="3651" y="42231"/>
                    <a:pt x="3651" y="40940"/>
                    <a:pt x="3842" y="39971"/>
                  </a:cubicBezTo>
                  <a:cubicBezTo>
                    <a:pt x="4131" y="39327"/>
                    <a:pt x="4516" y="39004"/>
                    <a:pt x="4902" y="38680"/>
                  </a:cubicBezTo>
                  <a:lnTo>
                    <a:pt x="6151" y="38680"/>
                  </a:lnTo>
                  <a:cubicBezTo>
                    <a:pt x="6535" y="38680"/>
                    <a:pt x="6920" y="38036"/>
                    <a:pt x="7208" y="37390"/>
                  </a:cubicBezTo>
                  <a:cubicBezTo>
                    <a:pt x="7498" y="36743"/>
                    <a:pt x="8362" y="36743"/>
                    <a:pt x="9227" y="35775"/>
                  </a:cubicBezTo>
                  <a:cubicBezTo>
                    <a:pt x="9805" y="35454"/>
                    <a:pt x="10285" y="34807"/>
                    <a:pt x="10574" y="33516"/>
                  </a:cubicBezTo>
                  <a:cubicBezTo>
                    <a:pt x="10958" y="32873"/>
                    <a:pt x="11439" y="32873"/>
                    <a:pt x="12016" y="32873"/>
                  </a:cubicBezTo>
                  <a:cubicBezTo>
                    <a:pt x="12689" y="33516"/>
                    <a:pt x="13073" y="34163"/>
                    <a:pt x="13459" y="33516"/>
                  </a:cubicBezTo>
                  <a:cubicBezTo>
                    <a:pt x="13843" y="32873"/>
                    <a:pt x="14419" y="31581"/>
                    <a:pt x="14805" y="30934"/>
                  </a:cubicBezTo>
                  <a:cubicBezTo>
                    <a:pt x="15189" y="30290"/>
                    <a:pt x="15575" y="29642"/>
                    <a:pt x="16150" y="28999"/>
                  </a:cubicBezTo>
                  <a:cubicBezTo>
                    <a:pt x="16439" y="28352"/>
                    <a:pt x="16824" y="28352"/>
                    <a:pt x="17402" y="28029"/>
                  </a:cubicBezTo>
                  <a:lnTo>
                    <a:pt x="18843" y="28029"/>
                  </a:lnTo>
                  <a:cubicBezTo>
                    <a:pt x="19228" y="28029"/>
                    <a:pt x="19709" y="28029"/>
                    <a:pt x="20094" y="27062"/>
                  </a:cubicBezTo>
                  <a:cubicBezTo>
                    <a:pt x="20381" y="25771"/>
                    <a:pt x="20669" y="24803"/>
                    <a:pt x="21438" y="23834"/>
                  </a:cubicBezTo>
                  <a:cubicBezTo>
                    <a:pt x="22016" y="23834"/>
                    <a:pt x="22688" y="23188"/>
                    <a:pt x="23457" y="22544"/>
                  </a:cubicBezTo>
                  <a:cubicBezTo>
                    <a:pt x="24035" y="22221"/>
                    <a:pt x="24612" y="21897"/>
                    <a:pt x="25189" y="21897"/>
                  </a:cubicBezTo>
                  <a:cubicBezTo>
                    <a:pt x="25863" y="21897"/>
                    <a:pt x="26150" y="21253"/>
                    <a:pt x="26342" y="19962"/>
                  </a:cubicBezTo>
                  <a:cubicBezTo>
                    <a:pt x="26727" y="19315"/>
                    <a:pt x="27497" y="18671"/>
                    <a:pt x="28073" y="18024"/>
                  </a:cubicBezTo>
                  <a:cubicBezTo>
                    <a:pt x="28457" y="17701"/>
                    <a:pt x="28842" y="17380"/>
                    <a:pt x="29419" y="16410"/>
                  </a:cubicBezTo>
                  <a:cubicBezTo>
                    <a:pt x="29804" y="16088"/>
                    <a:pt x="30188" y="15765"/>
                    <a:pt x="30669" y="14797"/>
                  </a:cubicBezTo>
                  <a:cubicBezTo>
                    <a:pt x="31054" y="14152"/>
                    <a:pt x="31630" y="13507"/>
                    <a:pt x="32111" y="12861"/>
                  </a:cubicBezTo>
                  <a:cubicBezTo>
                    <a:pt x="32401" y="12216"/>
                    <a:pt x="32784" y="11892"/>
                    <a:pt x="33651" y="10601"/>
                  </a:cubicBezTo>
                  <a:cubicBezTo>
                    <a:pt x="34036" y="10279"/>
                    <a:pt x="34420" y="9633"/>
                    <a:pt x="34805" y="10279"/>
                  </a:cubicBezTo>
                  <a:cubicBezTo>
                    <a:pt x="34996" y="11246"/>
                    <a:pt x="35380" y="10601"/>
                    <a:pt x="35764" y="9633"/>
                  </a:cubicBezTo>
                  <a:cubicBezTo>
                    <a:pt x="36054" y="8987"/>
                    <a:pt x="36535" y="8342"/>
                    <a:pt x="37207" y="7052"/>
                  </a:cubicBezTo>
                  <a:cubicBezTo>
                    <a:pt x="37689" y="6407"/>
                    <a:pt x="38458" y="5437"/>
                    <a:pt x="38842" y="5116"/>
                  </a:cubicBezTo>
                  <a:cubicBezTo>
                    <a:pt x="39227" y="4146"/>
                    <a:pt x="39709" y="3823"/>
                    <a:pt x="39995" y="3178"/>
                  </a:cubicBezTo>
                  <a:cubicBezTo>
                    <a:pt x="40572" y="2532"/>
                    <a:pt x="41149" y="1888"/>
                    <a:pt x="41534" y="1241"/>
                  </a:cubicBezTo>
                  <a:lnTo>
                    <a:pt x="43200" y="0"/>
                  </a:lnTo>
                </a:path>
              </a:pathLst>
            </a:custGeom>
            <a:ln w="152399" cap="flat" cmpd="sng" algn="ctr">
              <a:solidFill>
                <a:schemeClr val="bg2">
                  <a:lumMod val="90196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/>
            </a:p>
          </p:txBody>
        </p:sp>
        <p:grpSp>
          <p:nvGrpSpPr>
            <p:cNvPr id="323871413" name=""/>
            <p:cNvGrpSpPr/>
            <p:nvPr/>
          </p:nvGrpSpPr>
          <p:grpSpPr bwMode="auto">
            <a:xfrm>
              <a:off x="0" y="109359"/>
              <a:ext cx="5145957" cy="1302026"/>
              <a:chOff x="0" y="0"/>
              <a:chExt cx="5145957" cy="1302026"/>
            </a:xfrm>
          </p:grpSpPr>
          <p:cxnSp>
            <p:nvCxnSpPr>
              <p:cNvPr id="1830275422" name=""/>
              <p:cNvCxnSpPr/>
              <p:nvPr/>
            </p:nvCxnSpPr>
            <p:spPr bwMode="auto">
              <a:xfrm rot="10799922" flipH="1" flipV="1">
                <a:off x="0" y="440226"/>
                <a:ext cx="3951722" cy="361"/>
              </a:xfrm>
              <a:prstGeom prst="line">
                <a:avLst/>
              </a:prstGeom>
              <a:ln w="6350" cap="flat" cmpd="sng" algn="ctr">
                <a:solidFill>
                  <a:schemeClr val="accent6">
                    <a:lumMod val="74901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550939" name=""/>
              <p:cNvCxnSpPr/>
              <p:nvPr/>
            </p:nvCxnSpPr>
            <p:spPr bwMode="auto">
              <a:xfrm rot="10799922" flipH="1" flipV="1">
                <a:off x="0" y="870941"/>
                <a:ext cx="2577535" cy="361"/>
              </a:xfrm>
              <a:prstGeom prst="line">
                <a:avLst/>
              </a:prstGeom>
              <a:ln w="6350" cap="flat" cmpd="sng" algn="ctr">
                <a:solidFill>
                  <a:schemeClr val="accent6">
                    <a:lumMod val="74901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5893571" name=""/>
              <p:cNvCxnSpPr/>
              <p:nvPr/>
            </p:nvCxnSpPr>
            <p:spPr bwMode="auto">
              <a:xfrm rot="10799922" flipH="1" flipV="1">
                <a:off x="0" y="1086301"/>
                <a:ext cx="1852650" cy="361"/>
              </a:xfrm>
              <a:prstGeom prst="line">
                <a:avLst/>
              </a:prstGeom>
              <a:ln w="6350" cap="flat" cmpd="sng" algn="ctr">
                <a:solidFill>
                  <a:schemeClr val="accent6">
                    <a:lumMod val="74901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6041678" name=""/>
              <p:cNvCxnSpPr/>
              <p:nvPr/>
            </p:nvCxnSpPr>
            <p:spPr bwMode="auto">
              <a:xfrm rot="10799922" flipH="1" flipV="1">
                <a:off x="0" y="1301660"/>
                <a:ext cx="1024472" cy="361"/>
              </a:xfrm>
              <a:prstGeom prst="line">
                <a:avLst/>
              </a:prstGeom>
              <a:ln w="6350" cap="flat" cmpd="sng" algn="ctr">
                <a:solidFill>
                  <a:schemeClr val="accent6">
                    <a:lumMod val="74901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0680754" name=""/>
              <p:cNvCxnSpPr/>
              <p:nvPr/>
            </p:nvCxnSpPr>
            <p:spPr bwMode="auto">
              <a:xfrm rot="10799922" flipH="1" flipV="1">
                <a:off x="0" y="0"/>
                <a:ext cx="5145957" cy="361"/>
              </a:xfrm>
              <a:prstGeom prst="line">
                <a:avLst/>
              </a:prstGeom>
              <a:ln w="6350" cap="flat" cmpd="sng" algn="ctr">
                <a:solidFill>
                  <a:schemeClr val="accent6">
                    <a:lumMod val="74901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8445591" name=""/>
              <p:cNvCxnSpPr/>
              <p:nvPr/>
            </p:nvCxnSpPr>
            <p:spPr bwMode="auto">
              <a:xfrm rot="10799922" flipH="1" flipV="1">
                <a:off x="0" y="224865"/>
                <a:ext cx="4640322" cy="0"/>
              </a:xfrm>
              <a:prstGeom prst="line">
                <a:avLst/>
              </a:prstGeom>
              <a:ln w="6350" cap="flat" cmpd="sng" algn="ctr">
                <a:solidFill>
                  <a:schemeClr val="accent6">
                    <a:lumMod val="74901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0740633" name=""/>
              <p:cNvCxnSpPr/>
              <p:nvPr/>
            </p:nvCxnSpPr>
            <p:spPr bwMode="auto">
              <a:xfrm rot="10799922" flipH="1" flipV="1">
                <a:off x="0" y="655581"/>
                <a:ext cx="3461040" cy="361"/>
              </a:xfrm>
              <a:prstGeom prst="line">
                <a:avLst/>
              </a:prstGeom>
              <a:ln w="6350" cap="flat" cmpd="sng" algn="ctr">
                <a:solidFill>
                  <a:schemeClr val="accent6">
                    <a:lumMod val="74901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212003668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0" flipH="0" flipV="0">
            <a:off x="702531" y="342916"/>
            <a:ext cx="1722501" cy="1872676"/>
          </a:xfrm>
          <a:prstGeom prst="rect">
            <a:avLst/>
          </a:prstGeom>
        </p:spPr>
      </p:pic>
      <p:pic>
        <p:nvPicPr>
          <p:cNvPr id="414757622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rot="21030471">
            <a:off x="190326" y="3067048"/>
            <a:ext cx="1904998" cy="723898"/>
          </a:xfrm>
          <a:prstGeom prst="rect">
            <a:avLst/>
          </a:prstGeom>
        </p:spPr>
      </p:pic>
      <p:sp>
        <p:nvSpPr>
          <p:cNvPr id="207039729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2141974" y="1709736"/>
            <a:ext cx="7908046" cy="21665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algn="ctr">
              <a:defRPr sz="4400">
                <a:solidFill>
                  <a:schemeClr val="accent6">
                    <a:lumMod val="50000"/>
                  </a:schemeClr>
                </a:solidFill>
              </a:defRPr>
            </a:lvl1pPr>
            <a:lvl2pPr algn="ctr">
              <a:defRPr>
                <a:solidFill>
                  <a:schemeClr val="accent6">
                    <a:lumMod val="50000"/>
                  </a:schemeClr>
                </a:solidFill>
              </a:defRPr>
            </a:lvl2pPr>
            <a:lvl3pPr algn="ctr">
              <a:defRPr>
                <a:solidFill>
                  <a:schemeClr val="accent6">
                    <a:lumMod val="50000"/>
                  </a:schemeClr>
                </a:solidFill>
              </a:defRPr>
            </a:lvl3pPr>
            <a:lvl4pPr algn="ctr">
              <a:defRPr>
                <a:solidFill>
                  <a:schemeClr val="accent6">
                    <a:lumMod val="50000"/>
                  </a:schemeClr>
                </a:solidFill>
              </a:defRPr>
            </a:lvl4pPr>
            <a:lvl5pPr algn="ctr">
              <a:defRPr>
                <a:solidFill>
                  <a:schemeClr val="accent6">
                    <a:lumMod val="50000"/>
                  </a:schemeClr>
                </a:solidFill>
              </a:defRPr>
            </a:lvl5pPr>
            <a:lvl6pPr algn="ctr">
              <a:defRPr>
                <a:solidFill>
                  <a:schemeClr val="accent6">
                    <a:lumMod val="50000"/>
                  </a:schemeClr>
                </a:solidFill>
              </a:defRPr>
            </a:lvl6pPr>
            <a:lvl7pPr algn="ctr">
              <a:defRPr>
                <a:solidFill>
                  <a:schemeClr val="accent6">
                    <a:lumMod val="50000"/>
                  </a:schemeClr>
                </a:solidFill>
              </a:defRPr>
            </a:lvl7pPr>
            <a:lvl8pPr algn="ctr">
              <a:defRPr>
                <a:solidFill>
                  <a:schemeClr val="accent6">
                    <a:lumMod val="50000"/>
                  </a:schemeClr>
                </a:solidFill>
              </a:defRPr>
            </a:lvl8pPr>
            <a:lvl9pPr algn="ctr">
              <a:defRPr>
                <a:solidFill>
                  <a:schemeClr val="accent6">
                    <a:lumMod val="50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pic>
        <p:nvPicPr>
          <p:cNvPr id="423094348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rot="345729">
            <a:off x="7180479" y="566178"/>
            <a:ext cx="1904998" cy="847723"/>
          </a:xfrm>
          <a:prstGeom prst="rect">
            <a:avLst/>
          </a:prstGeom>
        </p:spPr>
      </p:pic>
      <p:pic>
        <p:nvPicPr>
          <p:cNvPr id="1363683276" name=""/>
          <p:cNvPicPr/>
          <p:nvPr/>
        </p:nvPicPr>
        <p:blipFill rotWithShape="1">
          <a:blip r:embed="rId6"/>
          <a:srcRect l="72891" t="50000" r="0" b="0"/>
          <a:stretch/>
        </p:blipFill>
        <p:spPr bwMode="auto">
          <a:xfrm rot="0" flipH="0" flipV="0">
            <a:off x="8885219" y="3429000"/>
            <a:ext cx="3306778" cy="3429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966079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198" y="1825624"/>
            <a:ext cx="5181599" cy="435133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  <a:lvl2pPr>
              <a:defRPr>
                <a:solidFill>
                  <a:schemeClr val="accent6">
                    <a:lumMod val="50000"/>
                  </a:schemeClr>
                </a:solidFill>
              </a:defRPr>
            </a:lvl2pPr>
            <a:lvl3pPr>
              <a:defRPr>
                <a:solidFill>
                  <a:schemeClr val="accent6">
                    <a:lumMod val="50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50000"/>
                  </a:schemeClr>
                </a:solidFill>
              </a:defRPr>
            </a:lvl4pPr>
            <a:lvl5pPr>
              <a:defRPr>
                <a:solidFill>
                  <a:schemeClr val="accent6">
                    <a:lumMod val="50000"/>
                  </a:schemeClr>
                </a:solidFill>
              </a:defRPr>
            </a:lvl5pPr>
            <a:lvl6pPr>
              <a:defRPr>
                <a:solidFill>
                  <a:schemeClr val="accent6">
                    <a:lumMod val="50000"/>
                  </a:schemeClr>
                </a:solidFill>
              </a:defRPr>
            </a:lvl6pPr>
            <a:lvl7pPr>
              <a:defRPr>
                <a:solidFill>
                  <a:schemeClr val="accent6">
                    <a:lumMod val="50000"/>
                  </a:schemeClr>
                </a:solidFill>
              </a:defRPr>
            </a:lvl7pPr>
            <a:lvl8pPr>
              <a:defRPr>
                <a:solidFill>
                  <a:schemeClr val="accent6">
                    <a:lumMod val="50000"/>
                  </a:schemeClr>
                </a:solidFill>
              </a:defRPr>
            </a:lvl8pPr>
            <a:lvl9pPr>
              <a:defRPr>
                <a:solidFill>
                  <a:schemeClr val="accent6">
                    <a:lumMod val="50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08889201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4"/>
            <a:ext cx="5181599" cy="435133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  <a:lvl2pPr>
              <a:defRPr>
                <a:solidFill>
                  <a:schemeClr val="accent6">
                    <a:lumMod val="50000"/>
                  </a:schemeClr>
                </a:solidFill>
              </a:defRPr>
            </a:lvl2pPr>
            <a:lvl3pPr>
              <a:defRPr>
                <a:solidFill>
                  <a:schemeClr val="accent6">
                    <a:lumMod val="50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50000"/>
                  </a:schemeClr>
                </a:solidFill>
              </a:defRPr>
            </a:lvl4pPr>
            <a:lvl5pPr>
              <a:defRPr>
                <a:solidFill>
                  <a:schemeClr val="accent6">
                    <a:lumMod val="50000"/>
                  </a:schemeClr>
                </a:solidFill>
              </a:defRPr>
            </a:lvl5pPr>
            <a:lvl6pPr>
              <a:defRPr>
                <a:solidFill>
                  <a:schemeClr val="accent6">
                    <a:lumMod val="50000"/>
                  </a:schemeClr>
                </a:solidFill>
              </a:defRPr>
            </a:lvl6pPr>
            <a:lvl7pPr>
              <a:defRPr>
                <a:solidFill>
                  <a:schemeClr val="accent6">
                    <a:lumMod val="50000"/>
                  </a:schemeClr>
                </a:solidFill>
              </a:defRPr>
            </a:lvl7pPr>
            <a:lvl8pPr>
              <a:defRPr>
                <a:solidFill>
                  <a:schemeClr val="accent6">
                    <a:lumMod val="50000"/>
                  </a:schemeClr>
                </a:solidFill>
              </a:defRPr>
            </a:lvl8pPr>
            <a:lvl9pPr>
              <a:defRPr>
                <a:solidFill>
                  <a:schemeClr val="accent6">
                    <a:lumMod val="50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13319569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208503027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578405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sp>
        <p:nvSpPr>
          <p:cNvPr id="1325843567" name="Title 1"/>
          <p:cNvSpPr>
            <a:spLocks noGrp="1"/>
          </p:cNvSpPr>
          <p:nvPr>
            <p:ph type="title"/>
          </p:nvPr>
        </p:nvSpPr>
        <p:spPr bwMode="auto">
          <a:xfrm>
            <a:off x="839786" y="365123"/>
            <a:ext cx="10515600" cy="132556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/>
          <a:lstStyle>
            <a:lvl1pPr algn="ctr">
              <a:defRPr>
                <a:solidFill>
                  <a:schemeClr val="accent6">
                    <a:lumMod val="50000"/>
                  </a:schemeClr>
                </a:solidFill>
              </a:defRPr>
            </a:lvl1pPr>
            <a:lvl2pPr algn="ctr">
              <a:defRPr>
                <a:solidFill>
                  <a:schemeClr val="accent6">
                    <a:lumMod val="50000"/>
                  </a:schemeClr>
                </a:solidFill>
              </a:defRPr>
            </a:lvl2pPr>
            <a:lvl3pPr algn="ctr">
              <a:defRPr>
                <a:solidFill>
                  <a:schemeClr val="accent6">
                    <a:lumMod val="50000"/>
                  </a:schemeClr>
                </a:solidFill>
              </a:defRPr>
            </a:lvl3pPr>
            <a:lvl4pPr algn="ctr">
              <a:defRPr>
                <a:solidFill>
                  <a:schemeClr val="accent6">
                    <a:lumMod val="50000"/>
                  </a:schemeClr>
                </a:solidFill>
              </a:defRPr>
            </a:lvl4pPr>
            <a:lvl5pPr algn="ctr">
              <a:defRPr>
                <a:solidFill>
                  <a:schemeClr val="accent6">
                    <a:lumMod val="50000"/>
                  </a:schemeClr>
                </a:solidFill>
              </a:defRPr>
            </a:lvl5pPr>
            <a:lvl6pPr algn="ctr">
              <a:defRPr>
                <a:solidFill>
                  <a:schemeClr val="accent6">
                    <a:lumMod val="50000"/>
                  </a:schemeClr>
                </a:solidFill>
              </a:defRPr>
            </a:lvl6pPr>
            <a:lvl7pPr algn="ctr">
              <a:defRPr>
                <a:solidFill>
                  <a:schemeClr val="accent6">
                    <a:lumMod val="50000"/>
                  </a:schemeClr>
                </a:solidFill>
              </a:defRPr>
            </a:lvl7pPr>
            <a:lvl8pPr algn="ctr">
              <a:defRPr>
                <a:solidFill>
                  <a:schemeClr val="accent6">
                    <a:lumMod val="50000"/>
                  </a:schemeClr>
                </a:solidFill>
              </a:defRPr>
            </a:lvl8pPr>
            <a:lvl9pPr algn="ctr">
              <a:defRPr>
                <a:solidFill>
                  <a:schemeClr val="accent6">
                    <a:lumMod val="50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574636308" name=""/>
          <p:cNvSpPr/>
          <p:nvPr/>
        </p:nvSpPr>
        <p:spPr bwMode="auto">
          <a:xfrm flipH="0" flipV="0">
            <a:off x="768259" y="310596"/>
            <a:ext cx="10643150" cy="1428750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1149" y="2293"/>
                </a:moveTo>
                <a:cubicBezTo>
                  <a:pt x="1514" y="3058"/>
                  <a:pt x="1985" y="3058"/>
                  <a:pt x="2402" y="3058"/>
                </a:cubicBezTo>
                <a:cubicBezTo>
                  <a:pt x="2716" y="2676"/>
                  <a:pt x="3029" y="2293"/>
                  <a:pt x="3343" y="1911"/>
                </a:cubicBezTo>
                <a:cubicBezTo>
                  <a:pt x="3604" y="764"/>
                  <a:pt x="3917" y="1529"/>
                  <a:pt x="4231" y="2293"/>
                </a:cubicBezTo>
                <a:cubicBezTo>
                  <a:pt x="4649" y="2293"/>
                  <a:pt x="4962" y="2293"/>
                  <a:pt x="5275" y="2293"/>
                </a:cubicBezTo>
                <a:cubicBezTo>
                  <a:pt x="5693" y="3058"/>
                  <a:pt x="6163" y="3440"/>
                  <a:pt x="6477" y="3440"/>
                </a:cubicBezTo>
                <a:cubicBezTo>
                  <a:pt x="6947" y="3440"/>
                  <a:pt x="7260" y="3440"/>
                  <a:pt x="7574" y="3440"/>
                </a:cubicBezTo>
                <a:cubicBezTo>
                  <a:pt x="7887" y="2676"/>
                  <a:pt x="8148" y="1529"/>
                  <a:pt x="8462" y="1529"/>
                </a:cubicBezTo>
                <a:cubicBezTo>
                  <a:pt x="8775" y="764"/>
                  <a:pt x="9141" y="764"/>
                  <a:pt x="9454" y="764"/>
                </a:cubicBezTo>
                <a:cubicBezTo>
                  <a:pt x="9768" y="0"/>
                  <a:pt x="10081" y="764"/>
                  <a:pt x="10395" y="1146"/>
                </a:cubicBezTo>
                <a:cubicBezTo>
                  <a:pt x="10708" y="1529"/>
                  <a:pt x="11022" y="1529"/>
                  <a:pt x="11387" y="1529"/>
                </a:cubicBezTo>
                <a:cubicBezTo>
                  <a:pt x="11753" y="1529"/>
                  <a:pt x="12118" y="1529"/>
                  <a:pt x="12484" y="1911"/>
                </a:cubicBezTo>
                <a:cubicBezTo>
                  <a:pt x="12798" y="1911"/>
                  <a:pt x="13111" y="1911"/>
                  <a:pt x="13424" y="1911"/>
                </a:cubicBezTo>
                <a:cubicBezTo>
                  <a:pt x="13738" y="1529"/>
                  <a:pt x="13999" y="382"/>
                  <a:pt x="14312" y="1529"/>
                </a:cubicBezTo>
                <a:cubicBezTo>
                  <a:pt x="14678" y="2293"/>
                  <a:pt x="15148" y="2293"/>
                  <a:pt x="15514" y="2293"/>
                </a:cubicBezTo>
                <a:cubicBezTo>
                  <a:pt x="15827" y="2293"/>
                  <a:pt x="16141" y="2293"/>
                  <a:pt x="16454" y="2293"/>
                </a:cubicBezTo>
                <a:cubicBezTo>
                  <a:pt x="16768" y="2293"/>
                  <a:pt x="17081" y="2293"/>
                  <a:pt x="17394" y="2293"/>
                </a:cubicBezTo>
                <a:cubicBezTo>
                  <a:pt x="17708" y="2293"/>
                  <a:pt x="18021" y="1911"/>
                  <a:pt x="18439" y="1529"/>
                </a:cubicBezTo>
                <a:cubicBezTo>
                  <a:pt x="18753" y="1529"/>
                  <a:pt x="19170" y="764"/>
                  <a:pt x="19484" y="764"/>
                </a:cubicBezTo>
                <a:cubicBezTo>
                  <a:pt x="19797" y="764"/>
                  <a:pt x="20111" y="382"/>
                  <a:pt x="20633" y="382"/>
                </a:cubicBezTo>
                <a:cubicBezTo>
                  <a:pt x="20947" y="382"/>
                  <a:pt x="21260" y="764"/>
                  <a:pt x="21573" y="764"/>
                </a:cubicBezTo>
                <a:cubicBezTo>
                  <a:pt x="21887" y="2293"/>
                  <a:pt x="22148" y="3440"/>
                  <a:pt x="22409" y="4587"/>
                </a:cubicBezTo>
                <a:cubicBezTo>
                  <a:pt x="22723" y="4587"/>
                  <a:pt x="23036" y="4587"/>
                  <a:pt x="23349" y="3823"/>
                </a:cubicBezTo>
                <a:cubicBezTo>
                  <a:pt x="23767" y="3058"/>
                  <a:pt x="24081" y="3058"/>
                  <a:pt x="24394" y="2676"/>
                </a:cubicBezTo>
                <a:cubicBezTo>
                  <a:pt x="24708" y="2293"/>
                  <a:pt x="25178" y="1911"/>
                  <a:pt x="25543" y="1911"/>
                </a:cubicBezTo>
                <a:cubicBezTo>
                  <a:pt x="25857" y="1529"/>
                  <a:pt x="26275" y="1529"/>
                  <a:pt x="26797" y="1146"/>
                </a:cubicBezTo>
                <a:cubicBezTo>
                  <a:pt x="27111" y="1146"/>
                  <a:pt x="27424" y="1146"/>
                  <a:pt x="27737" y="1146"/>
                </a:cubicBezTo>
                <a:cubicBezTo>
                  <a:pt x="28051" y="1146"/>
                  <a:pt x="28364" y="1911"/>
                  <a:pt x="28678" y="2293"/>
                </a:cubicBezTo>
                <a:cubicBezTo>
                  <a:pt x="28991" y="2293"/>
                  <a:pt x="29304" y="1911"/>
                  <a:pt x="29618" y="1529"/>
                </a:cubicBezTo>
                <a:cubicBezTo>
                  <a:pt x="29984" y="764"/>
                  <a:pt x="30297" y="0"/>
                  <a:pt x="30715" y="764"/>
                </a:cubicBezTo>
                <a:cubicBezTo>
                  <a:pt x="31028" y="1529"/>
                  <a:pt x="31342" y="1529"/>
                  <a:pt x="31655" y="1911"/>
                </a:cubicBezTo>
                <a:cubicBezTo>
                  <a:pt x="32021" y="1911"/>
                  <a:pt x="32386" y="2293"/>
                  <a:pt x="32752" y="2293"/>
                </a:cubicBezTo>
                <a:cubicBezTo>
                  <a:pt x="33066" y="2293"/>
                  <a:pt x="33379" y="2293"/>
                  <a:pt x="33692" y="2293"/>
                </a:cubicBezTo>
                <a:cubicBezTo>
                  <a:pt x="34058" y="2293"/>
                  <a:pt x="34371" y="2293"/>
                  <a:pt x="34737" y="2293"/>
                </a:cubicBezTo>
                <a:cubicBezTo>
                  <a:pt x="35051" y="2293"/>
                  <a:pt x="35364" y="2293"/>
                  <a:pt x="35730" y="1529"/>
                </a:cubicBezTo>
                <a:cubicBezTo>
                  <a:pt x="36043" y="1529"/>
                  <a:pt x="36513" y="764"/>
                  <a:pt x="36879" y="382"/>
                </a:cubicBezTo>
                <a:cubicBezTo>
                  <a:pt x="37244" y="0"/>
                  <a:pt x="37871" y="764"/>
                  <a:pt x="38185" y="1146"/>
                </a:cubicBezTo>
                <a:cubicBezTo>
                  <a:pt x="38498" y="1911"/>
                  <a:pt x="38916" y="2293"/>
                  <a:pt x="39229" y="1529"/>
                </a:cubicBezTo>
                <a:cubicBezTo>
                  <a:pt x="39543" y="1529"/>
                  <a:pt x="39856" y="1146"/>
                  <a:pt x="40170" y="1146"/>
                </a:cubicBezTo>
                <a:cubicBezTo>
                  <a:pt x="40483" y="764"/>
                  <a:pt x="40797" y="764"/>
                  <a:pt x="41110" y="764"/>
                </a:cubicBezTo>
                <a:cubicBezTo>
                  <a:pt x="41423" y="764"/>
                  <a:pt x="41737" y="764"/>
                  <a:pt x="42050" y="764"/>
                </a:cubicBezTo>
                <a:cubicBezTo>
                  <a:pt x="42364" y="764"/>
                  <a:pt x="42677" y="764"/>
                  <a:pt x="42991" y="1146"/>
                </a:cubicBezTo>
                <a:cubicBezTo>
                  <a:pt x="43200" y="3058"/>
                  <a:pt x="43147" y="5352"/>
                  <a:pt x="42991" y="7646"/>
                </a:cubicBezTo>
                <a:cubicBezTo>
                  <a:pt x="42886" y="9939"/>
                  <a:pt x="42834" y="12233"/>
                  <a:pt x="42782" y="14527"/>
                </a:cubicBezTo>
                <a:cubicBezTo>
                  <a:pt x="42782" y="16821"/>
                  <a:pt x="42782" y="19115"/>
                  <a:pt x="42782" y="21408"/>
                </a:cubicBezTo>
                <a:cubicBezTo>
                  <a:pt x="42782" y="23702"/>
                  <a:pt x="42886" y="25996"/>
                  <a:pt x="42938" y="28290"/>
                </a:cubicBezTo>
                <a:cubicBezTo>
                  <a:pt x="42991" y="30584"/>
                  <a:pt x="43043" y="32877"/>
                  <a:pt x="43095" y="35171"/>
                </a:cubicBezTo>
                <a:cubicBezTo>
                  <a:pt x="43095" y="37465"/>
                  <a:pt x="43200" y="39759"/>
                  <a:pt x="42938" y="41288"/>
                </a:cubicBezTo>
                <a:cubicBezTo>
                  <a:pt x="42677" y="40141"/>
                  <a:pt x="42364" y="38994"/>
                  <a:pt x="42050" y="38612"/>
                </a:cubicBezTo>
                <a:cubicBezTo>
                  <a:pt x="41632" y="37465"/>
                  <a:pt x="41319" y="37465"/>
                  <a:pt x="41006" y="37465"/>
                </a:cubicBezTo>
                <a:cubicBezTo>
                  <a:pt x="40692" y="37465"/>
                  <a:pt x="40379" y="38230"/>
                  <a:pt x="40065" y="38994"/>
                </a:cubicBezTo>
                <a:cubicBezTo>
                  <a:pt x="39700" y="39759"/>
                  <a:pt x="39386" y="40523"/>
                  <a:pt x="39021" y="40906"/>
                </a:cubicBezTo>
                <a:cubicBezTo>
                  <a:pt x="38707" y="41288"/>
                  <a:pt x="38394" y="42053"/>
                  <a:pt x="38080" y="42053"/>
                </a:cubicBezTo>
                <a:cubicBezTo>
                  <a:pt x="37767" y="42053"/>
                  <a:pt x="37453" y="41288"/>
                  <a:pt x="37036" y="40523"/>
                </a:cubicBezTo>
                <a:cubicBezTo>
                  <a:pt x="36670" y="40141"/>
                  <a:pt x="36356" y="39759"/>
                  <a:pt x="36043" y="39759"/>
                </a:cubicBezTo>
                <a:cubicBezTo>
                  <a:pt x="35677" y="39759"/>
                  <a:pt x="35364" y="39759"/>
                  <a:pt x="35051" y="39759"/>
                </a:cubicBezTo>
                <a:cubicBezTo>
                  <a:pt x="34737" y="40141"/>
                  <a:pt x="34424" y="40906"/>
                  <a:pt x="34110" y="41288"/>
                </a:cubicBezTo>
                <a:cubicBezTo>
                  <a:pt x="33797" y="41288"/>
                  <a:pt x="33483" y="40906"/>
                  <a:pt x="33170" y="41288"/>
                </a:cubicBezTo>
                <a:cubicBezTo>
                  <a:pt x="32804" y="41288"/>
                  <a:pt x="32491" y="41288"/>
                  <a:pt x="32177" y="41288"/>
                </a:cubicBezTo>
                <a:cubicBezTo>
                  <a:pt x="31760" y="40906"/>
                  <a:pt x="31289" y="40906"/>
                  <a:pt x="30924" y="40523"/>
                </a:cubicBezTo>
                <a:cubicBezTo>
                  <a:pt x="30610" y="40523"/>
                  <a:pt x="30245" y="40523"/>
                  <a:pt x="29931" y="40523"/>
                </a:cubicBezTo>
                <a:cubicBezTo>
                  <a:pt x="29618" y="40523"/>
                  <a:pt x="29200" y="40906"/>
                  <a:pt x="28782" y="41288"/>
                </a:cubicBezTo>
                <a:cubicBezTo>
                  <a:pt x="28469" y="42053"/>
                  <a:pt x="27999" y="42817"/>
                  <a:pt x="27633" y="42053"/>
                </a:cubicBezTo>
                <a:cubicBezTo>
                  <a:pt x="27215" y="41288"/>
                  <a:pt x="26902" y="41288"/>
                  <a:pt x="26588" y="40523"/>
                </a:cubicBezTo>
                <a:cubicBezTo>
                  <a:pt x="26275" y="40523"/>
                  <a:pt x="25961" y="40523"/>
                  <a:pt x="25543" y="40523"/>
                </a:cubicBezTo>
                <a:cubicBezTo>
                  <a:pt x="25125" y="40523"/>
                  <a:pt x="24812" y="40523"/>
                  <a:pt x="24499" y="40523"/>
                </a:cubicBezTo>
                <a:cubicBezTo>
                  <a:pt x="24133" y="40523"/>
                  <a:pt x="23767" y="40523"/>
                  <a:pt x="23454" y="40523"/>
                </a:cubicBezTo>
                <a:cubicBezTo>
                  <a:pt x="23088" y="41288"/>
                  <a:pt x="22723" y="42053"/>
                  <a:pt x="22409" y="42817"/>
                </a:cubicBezTo>
                <a:cubicBezTo>
                  <a:pt x="22096" y="43200"/>
                  <a:pt x="21835" y="42053"/>
                  <a:pt x="21521" y="41288"/>
                </a:cubicBezTo>
                <a:cubicBezTo>
                  <a:pt x="21260" y="40141"/>
                  <a:pt x="20947" y="40141"/>
                  <a:pt x="20529" y="40141"/>
                </a:cubicBezTo>
                <a:cubicBezTo>
                  <a:pt x="20215" y="40523"/>
                  <a:pt x="19797" y="40523"/>
                  <a:pt x="19484" y="40523"/>
                </a:cubicBezTo>
                <a:cubicBezTo>
                  <a:pt x="19170" y="41288"/>
                  <a:pt x="18857" y="41288"/>
                  <a:pt x="18544" y="41288"/>
                </a:cubicBezTo>
                <a:cubicBezTo>
                  <a:pt x="18178" y="41288"/>
                  <a:pt x="17603" y="41288"/>
                  <a:pt x="17290" y="41288"/>
                </a:cubicBezTo>
                <a:cubicBezTo>
                  <a:pt x="16977" y="41288"/>
                  <a:pt x="16663" y="40906"/>
                  <a:pt x="16350" y="40523"/>
                </a:cubicBezTo>
                <a:cubicBezTo>
                  <a:pt x="15932" y="39376"/>
                  <a:pt x="15514" y="38994"/>
                  <a:pt x="15200" y="38612"/>
                </a:cubicBezTo>
                <a:cubicBezTo>
                  <a:pt x="14887" y="38612"/>
                  <a:pt x="14574" y="38612"/>
                  <a:pt x="14260" y="38612"/>
                </a:cubicBezTo>
                <a:cubicBezTo>
                  <a:pt x="13842" y="38612"/>
                  <a:pt x="13529" y="38612"/>
                  <a:pt x="13215" y="38612"/>
                </a:cubicBezTo>
                <a:cubicBezTo>
                  <a:pt x="12902" y="38612"/>
                  <a:pt x="12536" y="38994"/>
                  <a:pt x="12223" y="39376"/>
                </a:cubicBezTo>
                <a:cubicBezTo>
                  <a:pt x="11910" y="40141"/>
                  <a:pt x="11596" y="40523"/>
                  <a:pt x="11022" y="40523"/>
                </a:cubicBezTo>
                <a:cubicBezTo>
                  <a:pt x="10708" y="39759"/>
                  <a:pt x="10395" y="39376"/>
                  <a:pt x="10081" y="38994"/>
                </a:cubicBezTo>
                <a:cubicBezTo>
                  <a:pt x="9768" y="38612"/>
                  <a:pt x="9454" y="38612"/>
                  <a:pt x="9141" y="38612"/>
                </a:cubicBezTo>
                <a:cubicBezTo>
                  <a:pt x="8723" y="38612"/>
                  <a:pt x="8410" y="38994"/>
                  <a:pt x="8096" y="38994"/>
                </a:cubicBezTo>
                <a:cubicBezTo>
                  <a:pt x="7783" y="38994"/>
                  <a:pt x="7469" y="39759"/>
                  <a:pt x="7156" y="40141"/>
                </a:cubicBezTo>
                <a:cubicBezTo>
                  <a:pt x="6790" y="40523"/>
                  <a:pt x="6425" y="40523"/>
                  <a:pt x="6111" y="40523"/>
                </a:cubicBezTo>
                <a:cubicBezTo>
                  <a:pt x="5798" y="40523"/>
                  <a:pt x="5484" y="40523"/>
                  <a:pt x="5119" y="40141"/>
                </a:cubicBezTo>
                <a:cubicBezTo>
                  <a:pt x="4753" y="40141"/>
                  <a:pt x="4335" y="40141"/>
                  <a:pt x="4022" y="40523"/>
                </a:cubicBezTo>
                <a:cubicBezTo>
                  <a:pt x="3656" y="40523"/>
                  <a:pt x="3395" y="39376"/>
                  <a:pt x="3081" y="38612"/>
                </a:cubicBezTo>
                <a:cubicBezTo>
                  <a:pt x="2768" y="38230"/>
                  <a:pt x="2455" y="37847"/>
                  <a:pt x="2141" y="37465"/>
                </a:cubicBezTo>
                <a:cubicBezTo>
                  <a:pt x="1828" y="37465"/>
                  <a:pt x="1410" y="38230"/>
                  <a:pt x="1096" y="38994"/>
                </a:cubicBezTo>
                <a:cubicBezTo>
                  <a:pt x="888" y="40906"/>
                  <a:pt x="626" y="39759"/>
                  <a:pt x="574" y="37465"/>
                </a:cubicBezTo>
                <a:cubicBezTo>
                  <a:pt x="365" y="35553"/>
                  <a:pt x="156" y="33642"/>
                  <a:pt x="0" y="31730"/>
                </a:cubicBezTo>
                <a:cubicBezTo>
                  <a:pt x="156" y="29054"/>
                  <a:pt x="156" y="26761"/>
                  <a:pt x="313" y="24467"/>
                </a:cubicBezTo>
                <a:cubicBezTo>
                  <a:pt x="365" y="22173"/>
                  <a:pt x="470" y="19879"/>
                  <a:pt x="626" y="17968"/>
                </a:cubicBezTo>
                <a:cubicBezTo>
                  <a:pt x="783" y="16056"/>
                  <a:pt x="888" y="13762"/>
                  <a:pt x="992" y="11469"/>
                </a:cubicBezTo>
                <a:cubicBezTo>
                  <a:pt x="1044" y="9175"/>
                  <a:pt x="1096" y="6881"/>
                  <a:pt x="1149" y="4587"/>
                </a:cubicBezTo>
              </a:path>
            </a:pathLst>
          </a:custGeom>
          <a:ln w="152399" cap="flat" cmpd="sng" algn="ctr">
            <a:solidFill>
              <a:schemeClr val="accent6">
                <a:lumMod val="20000"/>
                <a:lumOff val="8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bg>
      <p:bgPr shadeToTitle="0">
        <a:solidFill>
          <a:schemeClr val="accent6">
            <a:lumMod val="20000"/>
            <a:lumOff val="80000"/>
            <a:alpha val="74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7795813" name="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 rot="21030471">
            <a:off x="-112710" y="602973"/>
            <a:ext cx="1904998" cy="723898"/>
          </a:xfrm>
          <a:prstGeom prst="rect">
            <a:avLst/>
          </a:prstGeom>
        </p:spPr>
      </p:pic>
      <p:sp>
        <p:nvSpPr>
          <p:cNvPr id="1840563985" name="Title 1"/>
          <p:cNvSpPr>
            <a:spLocks noGrp="1"/>
          </p:cNvSpPr>
          <p:nvPr>
            <p:ph type="title"/>
          </p:nvPr>
        </p:nvSpPr>
        <p:spPr bwMode="auto">
          <a:xfrm>
            <a:off x="839787" y="365124"/>
            <a:ext cx="10515600" cy="1325562"/>
          </a:xfrm>
        </p:spPr>
        <p:txBody>
          <a:bodyPr/>
          <a:lstStyle>
            <a:lvl1pPr algn="ctr">
              <a:defRPr>
                <a:solidFill>
                  <a:schemeClr val="accent6">
                    <a:lumMod val="50000"/>
                  </a:schemeClr>
                </a:solidFill>
              </a:defRPr>
            </a:lvl1pPr>
            <a:lvl2pPr algn="ctr">
              <a:defRPr>
                <a:solidFill>
                  <a:schemeClr val="accent6">
                    <a:lumMod val="50000"/>
                  </a:schemeClr>
                </a:solidFill>
              </a:defRPr>
            </a:lvl2pPr>
            <a:lvl3pPr algn="ctr">
              <a:defRPr>
                <a:solidFill>
                  <a:schemeClr val="accent6">
                    <a:lumMod val="50000"/>
                  </a:schemeClr>
                </a:solidFill>
              </a:defRPr>
            </a:lvl3pPr>
            <a:lvl4pPr algn="ctr">
              <a:defRPr>
                <a:solidFill>
                  <a:schemeClr val="accent6">
                    <a:lumMod val="50000"/>
                  </a:schemeClr>
                </a:solidFill>
              </a:defRPr>
            </a:lvl4pPr>
            <a:lvl5pPr algn="ctr">
              <a:defRPr>
                <a:solidFill>
                  <a:schemeClr val="accent6">
                    <a:lumMod val="50000"/>
                  </a:schemeClr>
                </a:solidFill>
              </a:defRPr>
            </a:lvl5pPr>
            <a:lvl6pPr algn="ctr">
              <a:defRPr>
                <a:solidFill>
                  <a:schemeClr val="accent6">
                    <a:lumMod val="50000"/>
                  </a:schemeClr>
                </a:solidFill>
              </a:defRPr>
            </a:lvl6pPr>
            <a:lvl7pPr algn="ctr">
              <a:defRPr>
                <a:solidFill>
                  <a:schemeClr val="accent6">
                    <a:lumMod val="50000"/>
                  </a:schemeClr>
                </a:solidFill>
              </a:defRPr>
            </a:lvl7pPr>
            <a:lvl8pPr algn="ctr">
              <a:defRPr>
                <a:solidFill>
                  <a:schemeClr val="accent6">
                    <a:lumMod val="50000"/>
                  </a:schemeClr>
                </a:solidFill>
              </a:defRPr>
            </a:lvl8pPr>
            <a:lvl9pPr algn="ctr">
              <a:defRPr>
                <a:solidFill>
                  <a:schemeClr val="accent6">
                    <a:lumMod val="50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73295499" name="Text Placeholder 2"/>
          <p:cNvSpPr>
            <a:spLocks noGrp="1"/>
          </p:cNvSpPr>
          <p:nvPr>
            <p:ph type="body" idx="1"/>
          </p:nvPr>
        </p:nvSpPr>
        <p:spPr bwMode="auto">
          <a:xfrm rot="0" flipH="0" flipV="0">
            <a:off x="841248" y="1682496"/>
            <a:ext cx="5158143" cy="96047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Overflow="overflow" horzOverflow="overflow" vert="horz" wrap="square" lIns="274316" tIns="274316" rIns="274316" bIns="274316" numCol="1" spcCol="0" rtlCol="0" fromWordArt="0" anchor="ctr" anchorCtr="0" forceAA="0" upright="0" compatLnSpc="0">
            <a:spAutoFit/>
          </a:bodyPr>
          <a:lstStyle>
            <a:lvl1pPr marL="0" indent="0" algn="ctr">
              <a:buNone/>
              <a:defRPr sz="3000" b="1">
                <a:solidFill>
                  <a:schemeClr val="accent6">
                    <a:lumMod val="50000"/>
                  </a:schemeClr>
                </a:solidFill>
              </a:defRPr>
            </a:lvl1pPr>
            <a:lvl2pPr marL="457200" indent="0" algn="ctr">
              <a:buNone/>
              <a:defRPr sz="3000" b="1">
                <a:solidFill>
                  <a:schemeClr val="accent6">
                    <a:lumMod val="50000"/>
                  </a:schemeClr>
                </a:solidFill>
              </a:defRPr>
            </a:lvl2pPr>
            <a:lvl3pPr marL="914400" indent="0" algn="ctr">
              <a:buNone/>
              <a:defRPr sz="3000" b="1">
                <a:solidFill>
                  <a:schemeClr val="accent6">
                    <a:lumMod val="50000"/>
                  </a:schemeClr>
                </a:solidFill>
              </a:defRPr>
            </a:lvl3pPr>
            <a:lvl4pPr marL="1371600" indent="0" algn="ctr">
              <a:buNone/>
              <a:defRPr sz="3000" b="1">
                <a:solidFill>
                  <a:schemeClr val="accent6">
                    <a:lumMod val="50000"/>
                  </a:schemeClr>
                </a:solidFill>
              </a:defRPr>
            </a:lvl4pPr>
            <a:lvl5pPr marL="1828800" indent="0" algn="ctr">
              <a:buNone/>
              <a:defRPr sz="3000" b="1">
                <a:solidFill>
                  <a:schemeClr val="accent6">
                    <a:lumMod val="50000"/>
                  </a:schemeClr>
                </a:solidFill>
              </a:defRPr>
            </a:lvl5pPr>
            <a:lvl6pPr marL="2286000" indent="0" algn="ctr">
              <a:buNone/>
              <a:defRPr sz="3000" b="1">
                <a:solidFill>
                  <a:schemeClr val="accent6">
                    <a:lumMod val="50000"/>
                  </a:schemeClr>
                </a:solidFill>
              </a:defRPr>
            </a:lvl6pPr>
            <a:lvl7pPr marL="2743200" indent="0" algn="ctr">
              <a:buNone/>
              <a:defRPr sz="3000" b="1">
                <a:solidFill>
                  <a:schemeClr val="accent6">
                    <a:lumMod val="50000"/>
                  </a:schemeClr>
                </a:solidFill>
              </a:defRPr>
            </a:lvl7pPr>
            <a:lvl8pPr marL="3200400" indent="0" algn="ctr">
              <a:buNone/>
              <a:defRPr sz="3000" b="1">
                <a:solidFill>
                  <a:schemeClr val="accent6">
                    <a:lumMod val="50000"/>
                  </a:schemeClr>
                </a:solidFill>
              </a:defRPr>
            </a:lvl8pPr>
            <a:lvl9pPr marL="3657600" indent="0" algn="ctr">
              <a:buNone/>
              <a:defRPr sz="3000" b="1">
                <a:solidFill>
                  <a:schemeClr val="accent6">
                    <a:lumMod val="50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</a:t>
            </a:r>
            <a:endParaRPr/>
          </a:p>
        </p:txBody>
      </p:sp>
      <p:sp>
        <p:nvSpPr>
          <p:cNvPr id="1137831269" name="Content Placeholder 3"/>
          <p:cNvSpPr>
            <a:spLocks noGrp="1"/>
          </p:cNvSpPr>
          <p:nvPr>
            <p:ph sz="half" idx="2"/>
          </p:nvPr>
        </p:nvSpPr>
        <p:spPr bwMode="auto">
          <a:xfrm flipH="0" flipV="0">
            <a:off x="839786" y="2712553"/>
            <a:ext cx="5157784" cy="3477107"/>
          </a:xfrm>
        </p:spPr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  <a:lvl2pPr>
              <a:defRPr>
                <a:solidFill>
                  <a:schemeClr val="accent6">
                    <a:lumMod val="50000"/>
                  </a:schemeClr>
                </a:solidFill>
              </a:defRPr>
            </a:lvl2pPr>
            <a:lvl3pPr>
              <a:defRPr>
                <a:solidFill>
                  <a:schemeClr val="accent6">
                    <a:lumMod val="50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50000"/>
                  </a:schemeClr>
                </a:solidFill>
              </a:defRPr>
            </a:lvl4pPr>
            <a:lvl5pPr>
              <a:defRPr>
                <a:solidFill>
                  <a:schemeClr val="accent6">
                    <a:lumMod val="50000"/>
                  </a:schemeClr>
                </a:solidFill>
              </a:defRPr>
            </a:lvl5pPr>
            <a:lvl6pPr>
              <a:defRPr>
                <a:solidFill>
                  <a:schemeClr val="accent6">
                    <a:lumMod val="50000"/>
                  </a:schemeClr>
                </a:solidFill>
              </a:defRPr>
            </a:lvl6pPr>
            <a:lvl7pPr>
              <a:defRPr>
                <a:solidFill>
                  <a:schemeClr val="accent6">
                    <a:lumMod val="50000"/>
                  </a:schemeClr>
                </a:solidFill>
              </a:defRPr>
            </a:lvl7pPr>
            <a:lvl8pPr>
              <a:defRPr>
                <a:solidFill>
                  <a:schemeClr val="accent6">
                    <a:lumMod val="50000"/>
                  </a:schemeClr>
                </a:solidFill>
              </a:defRPr>
            </a:lvl8pPr>
            <a:lvl9pPr>
              <a:defRPr>
                <a:solidFill>
                  <a:schemeClr val="accent6">
                    <a:lumMod val="50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788458416" name="Text Placeholder 4"/>
          <p:cNvSpPr>
            <a:spLocks noGrp="1"/>
          </p:cNvSpPr>
          <p:nvPr>
            <p:ph type="body" sz="quarter" idx="3"/>
          </p:nvPr>
        </p:nvSpPr>
        <p:spPr bwMode="auto">
          <a:xfrm rot="0" flipH="0" flipV="0">
            <a:off x="6172200" y="1682496"/>
            <a:ext cx="5183545" cy="96047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Overflow="overflow" horzOverflow="overflow" vert="horz" wrap="square" lIns="274317" tIns="274317" rIns="274317" bIns="274317" numCol="1" spcCol="0" rtlCol="0" fromWordArt="0" anchor="ctr" anchorCtr="0" forceAA="0" upright="0" compatLnSpc="0">
            <a:spAutoFit/>
          </a:bodyPr>
          <a:lstStyle>
            <a:lvl1pPr marL="0" indent="0" algn="ctr">
              <a:buNone/>
              <a:defRPr sz="3000" b="1">
                <a:solidFill>
                  <a:schemeClr val="accent6">
                    <a:lumMod val="50000"/>
                  </a:schemeClr>
                </a:solidFill>
              </a:defRPr>
            </a:lvl1pPr>
            <a:lvl2pPr marL="457200" indent="0" algn="ctr">
              <a:buNone/>
              <a:defRPr sz="3000" b="1">
                <a:solidFill>
                  <a:schemeClr val="accent6">
                    <a:lumMod val="50000"/>
                  </a:schemeClr>
                </a:solidFill>
              </a:defRPr>
            </a:lvl2pPr>
            <a:lvl3pPr marL="914400" indent="0" algn="ctr">
              <a:buNone/>
              <a:defRPr sz="3000" b="1">
                <a:solidFill>
                  <a:schemeClr val="accent6">
                    <a:lumMod val="50000"/>
                  </a:schemeClr>
                </a:solidFill>
              </a:defRPr>
            </a:lvl3pPr>
            <a:lvl4pPr marL="1371600" indent="0" algn="ctr">
              <a:buNone/>
              <a:defRPr sz="3000" b="1">
                <a:solidFill>
                  <a:schemeClr val="accent6">
                    <a:lumMod val="50000"/>
                  </a:schemeClr>
                </a:solidFill>
              </a:defRPr>
            </a:lvl4pPr>
            <a:lvl5pPr marL="1828800" indent="0" algn="ctr">
              <a:buNone/>
              <a:defRPr sz="3000" b="1">
                <a:solidFill>
                  <a:schemeClr val="accent6">
                    <a:lumMod val="50000"/>
                  </a:schemeClr>
                </a:solidFill>
              </a:defRPr>
            </a:lvl5pPr>
            <a:lvl6pPr marL="2286000" indent="0" algn="ctr">
              <a:buNone/>
              <a:defRPr sz="3000" b="1">
                <a:solidFill>
                  <a:schemeClr val="accent6">
                    <a:lumMod val="50000"/>
                  </a:schemeClr>
                </a:solidFill>
              </a:defRPr>
            </a:lvl6pPr>
            <a:lvl7pPr marL="2743200" indent="0" algn="ctr">
              <a:buNone/>
              <a:defRPr sz="3000" b="1">
                <a:solidFill>
                  <a:schemeClr val="accent6">
                    <a:lumMod val="50000"/>
                  </a:schemeClr>
                </a:solidFill>
              </a:defRPr>
            </a:lvl7pPr>
            <a:lvl8pPr marL="3200400" indent="0" algn="ctr">
              <a:buNone/>
              <a:defRPr sz="3000" b="1">
                <a:solidFill>
                  <a:schemeClr val="accent6">
                    <a:lumMod val="50000"/>
                  </a:schemeClr>
                </a:solidFill>
              </a:defRPr>
            </a:lvl8pPr>
            <a:lvl9pPr marL="3657600" indent="0" algn="ctr">
              <a:buNone/>
              <a:defRPr sz="3000" b="1">
                <a:solidFill>
                  <a:schemeClr val="accent6">
                    <a:lumMod val="50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</a:t>
            </a:r>
            <a:endParaRPr/>
          </a:p>
        </p:txBody>
      </p:sp>
      <p:sp>
        <p:nvSpPr>
          <p:cNvPr id="1062148576" name="Content Placeholder 5"/>
          <p:cNvSpPr>
            <a:spLocks noGrp="1"/>
          </p:cNvSpPr>
          <p:nvPr>
            <p:ph sz="quarter" idx="4"/>
          </p:nvPr>
        </p:nvSpPr>
        <p:spPr bwMode="auto">
          <a:xfrm flipH="0" flipV="0">
            <a:off x="6172198" y="2712553"/>
            <a:ext cx="5183186" cy="3477107"/>
          </a:xfrm>
        </p:spPr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  <a:lvl2pPr>
              <a:defRPr>
                <a:solidFill>
                  <a:schemeClr val="accent6">
                    <a:lumMod val="50000"/>
                  </a:schemeClr>
                </a:solidFill>
              </a:defRPr>
            </a:lvl2pPr>
            <a:lvl3pPr>
              <a:defRPr>
                <a:solidFill>
                  <a:schemeClr val="accent6">
                    <a:lumMod val="50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50000"/>
                  </a:schemeClr>
                </a:solidFill>
              </a:defRPr>
            </a:lvl4pPr>
            <a:lvl5pPr>
              <a:defRPr>
                <a:solidFill>
                  <a:schemeClr val="accent6">
                    <a:lumMod val="50000"/>
                  </a:schemeClr>
                </a:solidFill>
              </a:defRPr>
            </a:lvl5pPr>
            <a:lvl6pPr>
              <a:defRPr>
                <a:solidFill>
                  <a:schemeClr val="accent6">
                    <a:lumMod val="50000"/>
                  </a:schemeClr>
                </a:solidFill>
              </a:defRPr>
            </a:lvl6pPr>
            <a:lvl7pPr>
              <a:defRPr>
                <a:solidFill>
                  <a:schemeClr val="accent6">
                    <a:lumMod val="50000"/>
                  </a:schemeClr>
                </a:solidFill>
              </a:defRPr>
            </a:lvl7pPr>
            <a:lvl8pPr>
              <a:defRPr>
                <a:solidFill>
                  <a:schemeClr val="accent6">
                    <a:lumMod val="50000"/>
                  </a:schemeClr>
                </a:solidFill>
              </a:defRPr>
            </a:lvl8pPr>
            <a:lvl9pPr>
              <a:defRPr>
                <a:solidFill>
                  <a:schemeClr val="accent6">
                    <a:lumMod val="50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905158236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71341099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908037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bg>
      <p:bgPr shadeToTitle="0">
        <a:solidFill>
          <a:schemeClr val="accent6">
            <a:lumMod val="20000"/>
            <a:lumOff val="80000"/>
            <a:alpha val="74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76657178" name="Group 1500440320"/>
          <p:cNvGrpSpPr/>
          <p:nvPr/>
        </p:nvGrpSpPr>
        <p:grpSpPr bwMode="auto">
          <a:xfrm rot="0" flipH="0" flipV="0">
            <a:off x="-6152" y="0"/>
            <a:ext cx="6492240" cy="6858000"/>
            <a:chOff x="0" y="0"/>
            <a:chExt cx="6492240" cy="6858000"/>
          </a:xfrm>
        </p:grpSpPr>
        <p:sp>
          <p:nvSpPr>
            <p:cNvPr id="324533787" name="Group 1500440320"/>
            <p:cNvSpPr/>
            <p:nvPr/>
          </p:nvSpPr>
          <p:spPr bwMode="auto">
            <a:xfrm rot="0" flipH="0" flipV="0">
              <a:off x="6325528" y="0"/>
              <a:ext cx="166707" cy="6858000"/>
            </a:xfrm>
            <a:custGeom>
              <a:avLst/>
              <a:gdLst/>
              <a:ahLst/>
              <a:cxnLst/>
              <a:rect l="0" t="0" r="r" b="b"/>
              <a:pathLst>
                <a:path w="43200" h="43200" fill="none" stroke="1" extrusionOk="0">
                  <a:moveTo>
                    <a:pt x="15426" y="0"/>
                  </a:moveTo>
                  <a:cubicBezTo>
                    <a:pt x="12342" y="311"/>
                    <a:pt x="12342" y="623"/>
                    <a:pt x="12342" y="935"/>
                  </a:cubicBezTo>
                  <a:lnTo>
                    <a:pt x="12342" y="1871"/>
                  </a:lnTo>
                  <a:lnTo>
                    <a:pt x="21599" y="2572"/>
                  </a:lnTo>
                  <a:cubicBezTo>
                    <a:pt x="24684" y="2806"/>
                    <a:pt x="30855" y="3040"/>
                    <a:pt x="27771" y="3352"/>
                  </a:cubicBezTo>
                  <a:cubicBezTo>
                    <a:pt x="21599" y="3898"/>
                    <a:pt x="21599" y="4210"/>
                    <a:pt x="18514" y="4600"/>
                  </a:cubicBezTo>
                  <a:cubicBezTo>
                    <a:pt x="15426" y="4912"/>
                    <a:pt x="12342" y="5146"/>
                    <a:pt x="12342" y="5458"/>
                  </a:cubicBezTo>
                  <a:lnTo>
                    <a:pt x="12342" y="6394"/>
                  </a:lnTo>
                  <a:cubicBezTo>
                    <a:pt x="15426" y="6627"/>
                    <a:pt x="18514" y="6861"/>
                    <a:pt x="24684" y="7095"/>
                  </a:cubicBezTo>
                  <a:cubicBezTo>
                    <a:pt x="30855" y="7329"/>
                    <a:pt x="33941" y="7563"/>
                    <a:pt x="24684" y="7641"/>
                  </a:cubicBezTo>
                  <a:cubicBezTo>
                    <a:pt x="24684" y="7953"/>
                    <a:pt x="21599" y="8265"/>
                    <a:pt x="21599" y="8655"/>
                  </a:cubicBezTo>
                  <a:lnTo>
                    <a:pt x="21599" y="9747"/>
                  </a:lnTo>
                  <a:lnTo>
                    <a:pt x="21599" y="10683"/>
                  </a:lnTo>
                  <a:lnTo>
                    <a:pt x="21599" y="11774"/>
                  </a:lnTo>
                  <a:lnTo>
                    <a:pt x="21599" y="12788"/>
                  </a:lnTo>
                  <a:cubicBezTo>
                    <a:pt x="21599" y="13100"/>
                    <a:pt x="18514" y="13334"/>
                    <a:pt x="12342" y="13567"/>
                  </a:cubicBezTo>
                  <a:cubicBezTo>
                    <a:pt x="9256" y="13801"/>
                    <a:pt x="6171" y="14035"/>
                    <a:pt x="6171" y="14347"/>
                  </a:cubicBezTo>
                  <a:cubicBezTo>
                    <a:pt x="6171" y="14660"/>
                    <a:pt x="9256" y="14893"/>
                    <a:pt x="12342" y="15127"/>
                  </a:cubicBezTo>
                  <a:cubicBezTo>
                    <a:pt x="15426" y="15361"/>
                    <a:pt x="18514" y="15595"/>
                    <a:pt x="21599" y="15907"/>
                  </a:cubicBezTo>
                  <a:cubicBezTo>
                    <a:pt x="24684" y="16219"/>
                    <a:pt x="24684" y="16531"/>
                    <a:pt x="24684" y="16843"/>
                  </a:cubicBezTo>
                  <a:lnTo>
                    <a:pt x="24684" y="17778"/>
                  </a:lnTo>
                  <a:cubicBezTo>
                    <a:pt x="27771" y="18013"/>
                    <a:pt x="30855" y="18247"/>
                    <a:pt x="33941" y="18558"/>
                  </a:cubicBezTo>
                  <a:cubicBezTo>
                    <a:pt x="37028" y="18792"/>
                    <a:pt x="37028" y="19104"/>
                    <a:pt x="37028" y="19495"/>
                  </a:cubicBezTo>
                  <a:cubicBezTo>
                    <a:pt x="33941" y="19884"/>
                    <a:pt x="24684" y="20742"/>
                    <a:pt x="21599" y="21132"/>
                  </a:cubicBezTo>
                  <a:cubicBezTo>
                    <a:pt x="18514" y="21444"/>
                    <a:pt x="12342" y="21834"/>
                    <a:pt x="12342" y="22146"/>
                  </a:cubicBezTo>
                  <a:cubicBezTo>
                    <a:pt x="12342" y="22458"/>
                    <a:pt x="12342" y="22770"/>
                    <a:pt x="18514" y="23004"/>
                  </a:cubicBezTo>
                  <a:cubicBezTo>
                    <a:pt x="24684" y="23238"/>
                    <a:pt x="30855" y="23472"/>
                    <a:pt x="37028" y="23784"/>
                  </a:cubicBezTo>
                  <a:lnTo>
                    <a:pt x="27771" y="24485"/>
                  </a:lnTo>
                  <a:cubicBezTo>
                    <a:pt x="24684" y="24797"/>
                    <a:pt x="24684" y="25109"/>
                    <a:pt x="24684" y="25421"/>
                  </a:cubicBezTo>
                  <a:lnTo>
                    <a:pt x="24684" y="26356"/>
                  </a:lnTo>
                  <a:lnTo>
                    <a:pt x="24684" y="27292"/>
                  </a:lnTo>
                  <a:lnTo>
                    <a:pt x="24684" y="28384"/>
                  </a:lnTo>
                  <a:cubicBezTo>
                    <a:pt x="24684" y="28696"/>
                    <a:pt x="27771" y="28930"/>
                    <a:pt x="30855" y="29164"/>
                  </a:cubicBezTo>
                  <a:cubicBezTo>
                    <a:pt x="30855" y="29553"/>
                    <a:pt x="33941" y="29788"/>
                    <a:pt x="33941" y="30100"/>
                  </a:cubicBezTo>
                  <a:cubicBezTo>
                    <a:pt x="27771" y="30724"/>
                    <a:pt x="18514" y="30958"/>
                    <a:pt x="18514" y="31270"/>
                  </a:cubicBezTo>
                  <a:cubicBezTo>
                    <a:pt x="15426" y="31504"/>
                    <a:pt x="15426" y="31893"/>
                    <a:pt x="15426" y="32205"/>
                  </a:cubicBezTo>
                  <a:cubicBezTo>
                    <a:pt x="15426" y="32518"/>
                    <a:pt x="15426" y="32907"/>
                    <a:pt x="18514" y="33141"/>
                  </a:cubicBezTo>
                  <a:lnTo>
                    <a:pt x="18514" y="34155"/>
                  </a:lnTo>
                  <a:lnTo>
                    <a:pt x="18514" y="35090"/>
                  </a:lnTo>
                  <a:cubicBezTo>
                    <a:pt x="21599" y="35402"/>
                    <a:pt x="21599" y="35715"/>
                    <a:pt x="24684" y="36027"/>
                  </a:cubicBezTo>
                  <a:lnTo>
                    <a:pt x="33941" y="36728"/>
                  </a:lnTo>
                  <a:lnTo>
                    <a:pt x="43200" y="37430"/>
                  </a:lnTo>
                  <a:lnTo>
                    <a:pt x="43200" y="38366"/>
                  </a:lnTo>
                  <a:cubicBezTo>
                    <a:pt x="37028" y="38599"/>
                    <a:pt x="18514" y="38532"/>
                    <a:pt x="15427" y="38766"/>
                  </a:cubicBezTo>
                  <a:cubicBezTo>
                    <a:pt x="9256" y="39001"/>
                    <a:pt x="0" y="39429"/>
                    <a:pt x="0" y="39740"/>
                  </a:cubicBezTo>
                  <a:cubicBezTo>
                    <a:pt x="3083" y="39974"/>
                    <a:pt x="24684" y="40315"/>
                    <a:pt x="24684" y="40627"/>
                  </a:cubicBezTo>
                  <a:cubicBezTo>
                    <a:pt x="24684" y="40939"/>
                    <a:pt x="27771" y="41173"/>
                    <a:pt x="27771" y="41485"/>
                  </a:cubicBezTo>
                  <a:cubicBezTo>
                    <a:pt x="27771" y="41797"/>
                    <a:pt x="27771" y="42109"/>
                    <a:pt x="24684" y="42343"/>
                  </a:cubicBezTo>
                  <a:lnTo>
                    <a:pt x="7833" y="43200"/>
                  </a:lnTo>
                </a:path>
              </a:pathLst>
            </a:custGeom>
            <a:ln w="152399" cap="flat" cmpd="sng" algn="ctr">
              <a:solidFill>
                <a:schemeClr val="accent6">
                  <a:lumMod val="40000"/>
                  <a:lumOff val="60000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67469816" name="Group 1500440320"/>
            <p:cNvSpPr/>
            <p:nvPr/>
          </p:nvSpPr>
          <p:spPr bwMode="auto">
            <a:xfrm rot="5399976" flipH="0" flipV="1">
              <a:off x="2870050" y="3262479"/>
              <a:ext cx="6805876" cy="271404"/>
            </a:xfrm>
            <a:custGeom>
              <a:avLst/>
              <a:gdLst/>
              <a:ahLst/>
              <a:cxnLst/>
              <a:rect l="l" t="t" r="r" b="b"/>
              <a:pathLst>
                <a:path w="43200" h="43200" fill="none" stroke="1" extrusionOk="0">
                  <a:moveTo>
                    <a:pt x="0" y="0"/>
                  </a:moveTo>
                  <a:cubicBezTo>
                    <a:pt x="385" y="0"/>
                    <a:pt x="715" y="3085"/>
                    <a:pt x="1100" y="6171"/>
                  </a:cubicBezTo>
                  <a:cubicBezTo>
                    <a:pt x="1485" y="6171"/>
                    <a:pt x="1926" y="6171"/>
                    <a:pt x="2311" y="6171"/>
                  </a:cubicBezTo>
                  <a:cubicBezTo>
                    <a:pt x="2696" y="15428"/>
                    <a:pt x="2971" y="30857"/>
                    <a:pt x="3356" y="27771"/>
                  </a:cubicBezTo>
                  <a:cubicBezTo>
                    <a:pt x="3742" y="21600"/>
                    <a:pt x="4072" y="15428"/>
                    <a:pt x="4677" y="9257"/>
                  </a:cubicBezTo>
                  <a:cubicBezTo>
                    <a:pt x="5007" y="6171"/>
                    <a:pt x="5448" y="0"/>
                    <a:pt x="5943" y="6171"/>
                  </a:cubicBezTo>
                  <a:cubicBezTo>
                    <a:pt x="6328" y="18514"/>
                    <a:pt x="6658" y="27771"/>
                    <a:pt x="7044" y="30857"/>
                  </a:cubicBezTo>
                  <a:cubicBezTo>
                    <a:pt x="7429" y="37028"/>
                    <a:pt x="7759" y="43200"/>
                    <a:pt x="8089" y="37028"/>
                  </a:cubicBezTo>
                  <a:cubicBezTo>
                    <a:pt x="8419" y="30857"/>
                    <a:pt x="8860" y="30857"/>
                    <a:pt x="9245" y="27771"/>
                  </a:cubicBezTo>
                  <a:cubicBezTo>
                    <a:pt x="9575" y="30857"/>
                    <a:pt x="9905" y="40114"/>
                    <a:pt x="10401" y="37028"/>
                  </a:cubicBezTo>
                  <a:cubicBezTo>
                    <a:pt x="10786" y="33942"/>
                    <a:pt x="11171" y="30857"/>
                    <a:pt x="11666" y="27771"/>
                  </a:cubicBezTo>
                  <a:cubicBezTo>
                    <a:pt x="12107" y="27771"/>
                    <a:pt x="12492" y="27771"/>
                    <a:pt x="12877" y="27771"/>
                  </a:cubicBezTo>
                  <a:cubicBezTo>
                    <a:pt x="13262" y="27771"/>
                    <a:pt x="13702" y="27771"/>
                    <a:pt x="14143" y="27771"/>
                  </a:cubicBezTo>
                  <a:cubicBezTo>
                    <a:pt x="14473" y="24685"/>
                    <a:pt x="14913" y="24685"/>
                    <a:pt x="15243" y="27771"/>
                  </a:cubicBezTo>
                  <a:cubicBezTo>
                    <a:pt x="15574" y="37028"/>
                    <a:pt x="16124" y="37028"/>
                    <a:pt x="16784" y="24685"/>
                  </a:cubicBezTo>
                  <a:cubicBezTo>
                    <a:pt x="17169" y="24685"/>
                    <a:pt x="17555" y="24685"/>
                    <a:pt x="17885" y="21600"/>
                  </a:cubicBezTo>
                  <a:cubicBezTo>
                    <a:pt x="18215" y="18514"/>
                    <a:pt x="18655" y="18514"/>
                    <a:pt x="18985" y="24685"/>
                  </a:cubicBezTo>
                  <a:cubicBezTo>
                    <a:pt x="19371" y="24685"/>
                    <a:pt x="19756" y="30857"/>
                    <a:pt x="20086" y="33942"/>
                  </a:cubicBezTo>
                  <a:cubicBezTo>
                    <a:pt x="20416" y="37028"/>
                    <a:pt x="20857" y="37028"/>
                    <a:pt x="21297" y="37028"/>
                  </a:cubicBezTo>
                  <a:cubicBezTo>
                    <a:pt x="21627" y="30857"/>
                    <a:pt x="21957" y="24685"/>
                    <a:pt x="22342" y="21600"/>
                  </a:cubicBezTo>
                  <a:cubicBezTo>
                    <a:pt x="22673" y="18514"/>
                    <a:pt x="23003" y="24685"/>
                    <a:pt x="23388" y="37028"/>
                  </a:cubicBezTo>
                  <a:cubicBezTo>
                    <a:pt x="23718" y="43200"/>
                    <a:pt x="23993" y="30857"/>
                    <a:pt x="24489" y="27771"/>
                  </a:cubicBezTo>
                  <a:cubicBezTo>
                    <a:pt x="24819" y="30857"/>
                    <a:pt x="25149" y="37028"/>
                    <a:pt x="25479" y="30857"/>
                  </a:cubicBezTo>
                  <a:cubicBezTo>
                    <a:pt x="25864" y="27771"/>
                    <a:pt x="26360" y="24685"/>
                    <a:pt x="26855" y="24685"/>
                  </a:cubicBezTo>
                  <a:cubicBezTo>
                    <a:pt x="27240" y="24685"/>
                    <a:pt x="27570" y="27771"/>
                    <a:pt x="27901" y="30857"/>
                  </a:cubicBezTo>
                  <a:cubicBezTo>
                    <a:pt x="28231" y="33942"/>
                    <a:pt x="28671" y="37028"/>
                    <a:pt x="29111" y="37028"/>
                  </a:cubicBezTo>
                  <a:cubicBezTo>
                    <a:pt x="29497" y="37028"/>
                    <a:pt x="29882" y="40114"/>
                    <a:pt x="30212" y="27771"/>
                  </a:cubicBezTo>
                  <a:cubicBezTo>
                    <a:pt x="30542" y="15428"/>
                    <a:pt x="30982" y="18514"/>
                    <a:pt x="31533" y="24685"/>
                  </a:cubicBezTo>
                  <a:cubicBezTo>
                    <a:pt x="31973" y="27771"/>
                    <a:pt x="32633" y="27771"/>
                    <a:pt x="32964" y="30857"/>
                  </a:cubicBezTo>
                  <a:cubicBezTo>
                    <a:pt x="33404" y="33942"/>
                    <a:pt x="33734" y="37028"/>
                    <a:pt x="34174" y="33942"/>
                  </a:cubicBezTo>
                  <a:cubicBezTo>
                    <a:pt x="34504" y="27771"/>
                    <a:pt x="34835" y="24685"/>
                    <a:pt x="35495" y="21600"/>
                  </a:cubicBezTo>
                  <a:cubicBezTo>
                    <a:pt x="35880" y="18514"/>
                    <a:pt x="36265" y="24685"/>
                    <a:pt x="36761" y="27771"/>
                  </a:cubicBezTo>
                  <a:cubicBezTo>
                    <a:pt x="37146" y="30857"/>
                    <a:pt x="37476" y="37028"/>
                    <a:pt x="37806" y="40114"/>
                  </a:cubicBezTo>
                  <a:cubicBezTo>
                    <a:pt x="38192" y="30857"/>
                    <a:pt x="38522" y="24685"/>
                    <a:pt x="38852" y="18514"/>
                  </a:cubicBezTo>
                  <a:cubicBezTo>
                    <a:pt x="39237" y="21600"/>
                    <a:pt x="39567" y="24685"/>
                    <a:pt x="39953" y="24685"/>
                  </a:cubicBezTo>
                  <a:cubicBezTo>
                    <a:pt x="40338" y="24685"/>
                    <a:pt x="40723" y="24685"/>
                    <a:pt x="41053" y="30857"/>
                  </a:cubicBezTo>
                  <a:cubicBezTo>
                    <a:pt x="41328" y="43200"/>
                    <a:pt x="41494" y="24685"/>
                    <a:pt x="41824" y="21600"/>
                  </a:cubicBezTo>
                  <a:cubicBezTo>
                    <a:pt x="42154" y="15428"/>
                    <a:pt x="42484" y="12342"/>
                    <a:pt x="42869" y="12342"/>
                  </a:cubicBezTo>
                  <a:lnTo>
                    <a:pt x="43200" y="9257"/>
                  </a:lnTo>
                </a:path>
              </a:pathLst>
            </a:custGeom>
            <a:solidFill>
              <a:schemeClr val="accent1">
                <a:alpha val="80000"/>
              </a:schemeClr>
            </a:solidFill>
            <a:ln w="152399" cap="flat" cmpd="sng" algn="ctr">
              <a:solidFill>
                <a:srgbClr val="FFFDFA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/>
            </a:p>
          </p:txBody>
        </p:sp>
        <p:sp>
          <p:nvSpPr>
            <p:cNvPr id="1737578491" name="Group 1500440320"/>
            <p:cNvSpPr/>
            <p:nvPr/>
          </p:nvSpPr>
          <p:spPr bwMode="auto">
            <a:xfrm>
              <a:off x="0" y="0"/>
              <a:ext cx="6319374" cy="6843933"/>
            </a:xfrm>
            <a:custGeom>
              <a:avLst/>
              <a:gdLst/>
              <a:ahLst/>
              <a:cxnLst/>
              <a:rect l="0" t="0" r="r" b="b"/>
              <a:pathLst>
                <a:path w="6318503" h="6852562" fill="norm" stroke="1" extrusionOk="0">
                  <a:moveTo>
                    <a:pt x="6318503" y="3706"/>
                  </a:moveTo>
                  <a:cubicBezTo>
                    <a:pt x="6318503" y="3706"/>
                    <a:pt x="6318503" y="6852562"/>
                    <a:pt x="6318503" y="6852562"/>
                  </a:cubicBezTo>
                  <a:cubicBezTo>
                    <a:pt x="6318503" y="6852562"/>
                    <a:pt x="5760719" y="6852562"/>
                    <a:pt x="5760719" y="6852562"/>
                  </a:cubicBezTo>
                  <a:cubicBezTo>
                    <a:pt x="5760719" y="6852562"/>
                    <a:pt x="5760719" y="6852560"/>
                    <a:pt x="5760719" y="6852560"/>
                  </a:cubicBezTo>
                  <a:cubicBezTo>
                    <a:pt x="5760719" y="6852560"/>
                    <a:pt x="0" y="6852562"/>
                    <a:pt x="0" y="6852562"/>
                  </a:cubicBezTo>
                  <a:cubicBezTo>
                    <a:pt x="0" y="6852562"/>
                    <a:pt x="0" y="0"/>
                    <a:pt x="0" y="0"/>
                  </a:cubicBezTo>
                  <a:cubicBezTo>
                    <a:pt x="0" y="0"/>
                    <a:pt x="5872218" y="0"/>
                    <a:pt x="5872218" y="0"/>
                  </a:cubicBezTo>
                  <a:cubicBezTo>
                    <a:pt x="5872218" y="0"/>
                    <a:pt x="5872218" y="3706"/>
                    <a:pt x="5872218" y="3706"/>
                  </a:cubicBezTo>
                  <a:cubicBezTo>
                    <a:pt x="5872218" y="3706"/>
                    <a:pt x="6318503" y="3706"/>
                    <a:pt x="6318503" y="3706"/>
                  </a:cubicBezTo>
                  <a:close/>
                  <a:moveTo>
                    <a:pt x="448443" y="6519416"/>
                  </a:moveTo>
                  <a:cubicBezTo>
                    <a:pt x="448443" y="6433021"/>
                    <a:pt x="377351" y="6361930"/>
                    <a:pt x="290956" y="6361930"/>
                  </a:cubicBezTo>
                  <a:cubicBezTo>
                    <a:pt x="204561" y="6361930"/>
                    <a:pt x="133471" y="6433021"/>
                    <a:pt x="133471" y="6519416"/>
                  </a:cubicBezTo>
                  <a:cubicBezTo>
                    <a:pt x="133471" y="6605810"/>
                    <a:pt x="204561" y="6676902"/>
                    <a:pt x="290956" y="6676902"/>
                  </a:cubicBezTo>
                  <a:cubicBezTo>
                    <a:pt x="377351" y="6676902"/>
                    <a:pt x="448443" y="6605810"/>
                    <a:pt x="448443" y="6519416"/>
                  </a:cubicBezTo>
                  <a:close/>
                  <a:moveTo>
                    <a:pt x="448443" y="6005841"/>
                  </a:moveTo>
                  <a:cubicBezTo>
                    <a:pt x="448443" y="5919447"/>
                    <a:pt x="377351" y="5848356"/>
                    <a:pt x="290956" y="5848356"/>
                  </a:cubicBezTo>
                  <a:cubicBezTo>
                    <a:pt x="204561" y="5848356"/>
                    <a:pt x="133471" y="5919447"/>
                    <a:pt x="133471" y="6005841"/>
                  </a:cubicBezTo>
                  <a:cubicBezTo>
                    <a:pt x="133471" y="6092237"/>
                    <a:pt x="204561" y="6163327"/>
                    <a:pt x="290956" y="6163327"/>
                  </a:cubicBezTo>
                  <a:cubicBezTo>
                    <a:pt x="377351" y="6163327"/>
                    <a:pt x="448443" y="6092237"/>
                    <a:pt x="448443" y="6005841"/>
                  </a:cubicBezTo>
                  <a:close/>
                  <a:moveTo>
                    <a:pt x="448443" y="5508793"/>
                  </a:moveTo>
                  <a:cubicBezTo>
                    <a:pt x="448443" y="5422399"/>
                    <a:pt x="377351" y="5351308"/>
                    <a:pt x="290956" y="5351308"/>
                  </a:cubicBezTo>
                  <a:cubicBezTo>
                    <a:pt x="204561" y="5351308"/>
                    <a:pt x="133471" y="5422399"/>
                    <a:pt x="133471" y="5508793"/>
                  </a:cubicBezTo>
                  <a:cubicBezTo>
                    <a:pt x="133471" y="5595187"/>
                    <a:pt x="204561" y="5666279"/>
                    <a:pt x="290956" y="5666279"/>
                  </a:cubicBezTo>
                  <a:cubicBezTo>
                    <a:pt x="377351" y="5666279"/>
                    <a:pt x="448443" y="5595187"/>
                    <a:pt x="448443" y="5508793"/>
                  </a:cubicBezTo>
                  <a:close/>
                  <a:moveTo>
                    <a:pt x="448443" y="4995219"/>
                  </a:moveTo>
                  <a:cubicBezTo>
                    <a:pt x="448443" y="4908825"/>
                    <a:pt x="377351" y="4837734"/>
                    <a:pt x="290956" y="4837734"/>
                  </a:cubicBezTo>
                  <a:cubicBezTo>
                    <a:pt x="204561" y="4837734"/>
                    <a:pt x="133471" y="4908825"/>
                    <a:pt x="133471" y="4995219"/>
                  </a:cubicBezTo>
                  <a:cubicBezTo>
                    <a:pt x="133471" y="5081614"/>
                    <a:pt x="204561" y="5152704"/>
                    <a:pt x="290956" y="5152704"/>
                  </a:cubicBezTo>
                  <a:cubicBezTo>
                    <a:pt x="377351" y="5152704"/>
                    <a:pt x="448443" y="5081614"/>
                    <a:pt x="448443" y="4995219"/>
                  </a:cubicBezTo>
                  <a:close/>
                  <a:moveTo>
                    <a:pt x="448443" y="4481652"/>
                  </a:moveTo>
                  <a:cubicBezTo>
                    <a:pt x="448443" y="4395255"/>
                    <a:pt x="377351" y="4324166"/>
                    <a:pt x="290956" y="4324166"/>
                  </a:cubicBezTo>
                  <a:cubicBezTo>
                    <a:pt x="204561" y="4324166"/>
                    <a:pt x="133471" y="4395255"/>
                    <a:pt x="133471" y="4481652"/>
                  </a:cubicBezTo>
                  <a:cubicBezTo>
                    <a:pt x="133471" y="4568043"/>
                    <a:pt x="204561" y="4639138"/>
                    <a:pt x="290956" y="4639138"/>
                  </a:cubicBezTo>
                  <a:cubicBezTo>
                    <a:pt x="377351" y="4639138"/>
                    <a:pt x="448443" y="4568043"/>
                    <a:pt x="448443" y="4481652"/>
                  </a:cubicBezTo>
                  <a:close/>
                  <a:moveTo>
                    <a:pt x="448443" y="3968077"/>
                  </a:moveTo>
                  <a:cubicBezTo>
                    <a:pt x="448443" y="3881684"/>
                    <a:pt x="377351" y="3810595"/>
                    <a:pt x="290956" y="3810595"/>
                  </a:cubicBezTo>
                  <a:cubicBezTo>
                    <a:pt x="204561" y="3810595"/>
                    <a:pt x="133471" y="3881684"/>
                    <a:pt x="133471" y="3968077"/>
                  </a:cubicBezTo>
                  <a:cubicBezTo>
                    <a:pt x="133471" y="4054471"/>
                    <a:pt x="204561" y="4125562"/>
                    <a:pt x="290956" y="4125562"/>
                  </a:cubicBezTo>
                  <a:cubicBezTo>
                    <a:pt x="377351" y="4125562"/>
                    <a:pt x="448443" y="4054471"/>
                    <a:pt x="448443" y="3968077"/>
                  </a:cubicBezTo>
                  <a:close/>
                  <a:moveTo>
                    <a:pt x="448443" y="3454507"/>
                  </a:moveTo>
                  <a:cubicBezTo>
                    <a:pt x="448443" y="3368113"/>
                    <a:pt x="377351" y="3297022"/>
                    <a:pt x="290956" y="3297022"/>
                  </a:cubicBezTo>
                  <a:cubicBezTo>
                    <a:pt x="204561" y="3297022"/>
                    <a:pt x="133471" y="3368113"/>
                    <a:pt x="133471" y="3454507"/>
                  </a:cubicBezTo>
                  <a:cubicBezTo>
                    <a:pt x="133471" y="3540901"/>
                    <a:pt x="204561" y="3611993"/>
                    <a:pt x="290956" y="3611993"/>
                  </a:cubicBezTo>
                  <a:cubicBezTo>
                    <a:pt x="377351" y="3611993"/>
                    <a:pt x="448443" y="3540901"/>
                    <a:pt x="448443" y="3454507"/>
                  </a:cubicBezTo>
                  <a:close/>
                  <a:moveTo>
                    <a:pt x="448443" y="2940937"/>
                  </a:moveTo>
                  <a:cubicBezTo>
                    <a:pt x="448443" y="2854543"/>
                    <a:pt x="377351" y="2783452"/>
                    <a:pt x="290956" y="2783452"/>
                  </a:cubicBezTo>
                  <a:cubicBezTo>
                    <a:pt x="204561" y="2783452"/>
                    <a:pt x="133471" y="2854543"/>
                    <a:pt x="133471" y="2940937"/>
                  </a:cubicBezTo>
                  <a:cubicBezTo>
                    <a:pt x="133471" y="3027331"/>
                    <a:pt x="204561" y="3098423"/>
                    <a:pt x="290956" y="3098423"/>
                  </a:cubicBezTo>
                  <a:cubicBezTo>
                    <a:pt x="377351" y="3098423"/>
                    <a:pt x="448443" y="3027331"/>
                    <a:pt x="448443" y="2940937"/>
                  </a:cubicBezTo>
                  <a:close/>
                  <a:moveTo>
                    <a:pt x="448443" y="2427366"/>
                  </a:moveTo>
                  <a:cubicBezTo>
                    <a:pt x="448443" y="2340972"/>
                    <a:pt x="377351" y="2269880"/>
                    <a:pt x="290956" y="2269880"/>
                  </a:cubicBezTo>
                  <a:cubicBezTo>
                    <a:pt x="204561" y="2269880"/>
                    <a:pt x="133471" y="2340972"/>
                    <a:pt x="133471" y="2427366"/>
                  </a:cubicBezTo>
                  <a:cubicBezTo>
                    <a:pt x="133471" y="2513760"/>
                    <a:pt x="204561" y="2584852"/>
                    <a:pt x="290956" y="2584852"/>
                  </a:cubicBezTo>
                  <a:cubicBezTo>
                    <a:pt x="377351" y="2584852"/>
                    <a:pt x="448443" y="2513760"/>
                    <a:pt x="448443" y="2427366"/>
                  </a:cubicBezTo>
                  <a:close/>
                  <a:moveTo>
                    <a:pt x="448443" y="1913793"/>
                  </a:moveTo>
                  <a:cubicBezTo>
                    <a:pt x="448443" y="1827399"/>
                    <a:pt x="377351" y="1756308"/>
                    <a:pt x="290956" y="1756308"/>
                  </a:cubicBezTo>
                  <a:cubicBezTo>
                    <a:pt x="204561" y="1756308"/>
                    <a:pt x="133471" y="1827399"/>
                    <a:pt x="133471" y="1913793"/>
                  </a:cubicBezTo>
                  <a:cubicBezTo>
                    <a:pt x="133471" y="2000187"/>
                    <a:pt x="204561" y="2071278"/>
                    <a:pt x="290956" y="2071278"/>
                  </a:cubicBezTo>
                  <a:cubicBezTo>
                    <a:pt x="377351" y="2071278"/>
                    <a:pt x="448443" y="2000187"/>
                    <a:pt x="448443" y="1913793"/>
                  </a:cubicBezTo>
                  <a:close/>
                  <a:moveTo>
                    <a:pt x="448443" y="1400223"/>
                  </a:moveTo>
                  <a:cubicBezTo>
                    <a:pt x="448443" y="1313829"/>
                    <a:pt x="377351" y="1242736"/>
                    <a:pt x="290956" y="1242736"/>
                  </a:cubicBezTo>
                  <a:cubicBezTo>
                    <a:pt x="204561" y="1242736"/>
                    <a:pt x="133471" y="1313829"/>
                    <a:pt x="133471" y="1400223"/>
                  </a:cubicBezTo>
                  <a:cubicBezTo>
                    <a:pt x="133471" y="1486617"/>
                    <a:pt x="204561" y="1557708"/>
                    <a:pt x="290956" y="1557708"/>
                  </a:cubicBezTo>
                  <a:cubicBezTo>
                    <a:pt x="377351" y="1557708"/>
                    <a:pt x="448443" y="1486617"/>
                    <a:pt x="448443" y="1400223"/>
                  </a:cubicBezTo>
                  <a:close/>
                  <a:moveTo>
                    <a:pt x="448443" y="886651"/>
                  </a:moveTo>
                  <a:cubicBezTo>
                    <a:pt x="448443" y="800256"/>
                    <a:pt x="377351" y="729165"/>
                    <a:pt x="290956" y="729165"/>
                  </a:cubicBezTo>
                  <a:cubicBezTo>
                    <a:pt x="204561" y="729165"/>
                    <a:pt x="133471" y="800256"/>
                    <a:pt x="133471" y="886651"/>
                  </a:cubicBezTo>
                  <a:cubicBezTo>
                    <a:pt x="133471" y="973045"/>
                    <a:pt x="204561" y="1044134"/>
                    <a:pt x="290956" y="1044134"/>
                  </a:cubicBezTo>
                  <a:cubicBezTo>
                    <a:pt x="377351" y="1044134"/>
                    <a:pt x="448443" y="973045"/>
                    <a:pt x="448443" y="886651"/>
                  </a:cubicBezTo>
                  <a:close/>
                  <a:moveTo>
                    <a:pt x="448443" y="373081"/>
                  </a:moveTo>
                  <a:cubicBezTo>
                    <a:pt x="448443" y="286687"/>
                    <a:pt x="377351" y="215594"/>
                    <a:pt x="290956" y="215594"/>
                  </a:cubicBezTo>
                  <a:cubicBezTo>
                    <a:pt x="204561" y="215594"/>
                    <a:pt x="133471" y="286687"/>
                    <a:pt x="133471" y="373081"/>
                  </a:cubicBezTo>
                  <a:cubicBezTo>
                    <a:pt x="133471" y="459475"/>
                    <a:pt x="204561" y="530565"/>
                    <a:pt x="290956" y="530565"/>
                  </a:cubicBezTo>
                  <a:cubicBezTo>
                    <a:pt x="377351" y="530565"/>
                    <a:pt x="448443" y="459475"/>
                    <a:pt x="448443" y="373081"/>
                  </a:cubicBezTo>
                  <a:close/>
                </a:path>
              </a:pathLst>
            </a:custGeom>
            <a:solidFill>
              <a:srgbClr val="FFFDFA"/>
            </a:solidFill>
            <a:ln w="12700" cap="flat" cmpd="sng" algn="ctr">
              <a:noFill/>
              <a:prstDash val="solid"/>
              <a:miter lim="800000"/>
            </a:ln>
          </p:spPr>
        </p:sp>
      </p:grpSp>
      <p:pic>
        <p:nvPicPr>
          <p:cNvPr id="1966849674" name=""/>
          <p:cNvPicPr>
            <a:picLocks noChangeAspect="1"/>
          </p:cNvPicPr>
          <p:nvPr/>
        </p:nvPicPr>
        <p:blipFill rotWithShape="1">
          <a:blip r:embed="rId2">
            <a:alphaModFix amt="20000"/>
          </a:blip>
          <a:srcRect l="0" t="0" r="0" b="62445"/>
          <a:stretch/>
        </p:blipFill>
        <p:spPr bwMode="auto">
          <a:xfrm flipH="0" flipV="0">
            <a:off x="78558" y="4352508"/>
            <a:ext cx="5036073" cy="2505487"/>
          </a:xfrm>
          <a:prstGeom prst="rect">
            <a:avLst/>
          </a:prstGeom>
        </p:spPr>
      </p:pic>
      <p:sp>
        <p:nvSpPr>
          <p:cNvPr id="1520694899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9786" y="457200"/>
            <a:ext cx="5041395" cy="160020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>
              <a:defRPr sz="4400">
                <a:solidFill>
                  <a:schemeClr val="accent6">
                    <a:lumMod val="50000"/>
                  </a:schemeClr>
                </a:solidFill>
              </a:defRPr>
            </a:lvl1pPr>
            <a:lvl2pPr>
              <a:defRPr sz="4400">
                <a:solidFill>
                  <a:schemeClr val="accent6">
                    <a:lumMod val="50000"/>
                  </a:schemeClr>
                </a:solidFill>
              </a:defRPr>
            </a:lvl2pPr>
            <a:lvl3pPr>
              <a:defRPr sz="4400">
                <a:solidFill>
                  <a:schemeClr val="accent6">
                    <a:lumMod val="50000"/>
                  </a:schemeClr>
                </a:solidFill>
              </a:defRPr>
            </a:lvl3pPr>
            <a:lvl4pPr>
              <a:defRPr sz="4400">
                <a:solidFill>
                  <a:schemeClr val="accent6">
                    <a:lumMod val="50000"/>
                  </a:schemeClr>
                </a:solidFill>
              </a:defRPr>
            </a:lvl4pPr>
            <a:lvl5pPr>
              <a:defRPr sz="4400">
                <a:solidFill>
                  <a:schemeClr val="accent6">
                    <a:lumMod val="50000"/>
                  </a:schemeClr>
                </a:solidFill>
              </a:defRPr>
            </a:lvl5pPr>
            <a:lvl6pPr>
              <a:defRPr sz="4400">
                <a:solidFill>
                  <a:schemeClr val="accent6">
                    <a:lumMod val="50000"/>
                  </a:schemeClr>
                </a:solidFill>
              </a:defRPr>
            </a:lvl6pPr>
            <a:lvl7pPr>
              <a:defRPr sz="4400">
                <a:solidFill>
                  <a:schemeClr val="accent6">
                    <a:lumMod val="50000"/>
                  </a:schemeClr>
                </a:solidFill>
              </a:defRPr>
            </a:lvl7pPr>
            <a:lvl8pPr>
              <a:defRPr sz="4400">
                <a:solidFill>
                  <a:schemeClr val="accent6">
                    <a:lumMod val="50000"/>
                  </a:schemeClr>
                </a:solidFill>
              </a:defRPr>
            </a:lvl8pPr>
            <a:lvl9pPr>
              <a:defRPr sz="4400">
                <a:solidFill>
                  <a:schemeClr val="accent6">
                    <a:lumMod val="50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title </a:t>
            </a:r>
            <a:endParaRPr/>
          </a:p>
        </p:txBody>
      </p:sp>
      <p:sp>
        <p:nvSpPr>
          <p:cNvPr id="1530176351" name="Picture Placeholder 2"/>
          <p:cNvSpPr>
            <a:spLocks noChangeAspect="1" noGrp="1"/>
          </p:cNvSpPr>
          <p:nvPr>
            <p:ph type="pic" idx="1"/>
          </p:nvPr>
        </p:nvSpPr>
        <p:spPr bwMode="auto">
          <a:xfrm rot="0" flipH="0" flipV="0">
            <a:off x="6812280" y="457200"/>
            <a:ext cx="4599432" cy="5477254"/>
          </a:xfrm>
          <a:prstGeom prst="rect">
            <a:avLst/>
          </a:prstGeom>
          <a:ln w="152400">
            <a:solidFill>
              <a:schemeClr val="bg1"/>
            </a:solidFill>
            <a:prstDash val="solid"/>
          </a:ln>
        </p:spPr>
        <p:txBody>
          <a:bodyPr anchor="t"/>
          <a:lstStyle>
            <a:lvl1pPr marL="0" indent="0">
              <a:buNone/>
              <a:defRPr sz="3200">
                <a:solidFill>
                  <a:schemeClr val="accent6">
                    <a:lumMod val="50000"/>
                  </a:schemeClr>
                </a:solidFill>
              </a:defRPr>
            </a:lvl1pPr>
            <a:lvl2pPr marL="457200" indent="0">
              <a:buNone/>
              <a:defRPr sz="2800">
                <a:solidFill>
                  <a:schemeClr val="accent6">
                    <a:lumMod val="50000"/>
                  </a:schemeClr>
                </a:solidFill>
              </a:defRPr>
            </a:lvl2pPr>
            <a:lvl3pPr marL="914400" indent="0">
              <a:buNone/>
              <a:defRPr sz="2400">
                <a:solidFill>
                  <a:schemeClr val="accent6">
                    <a:lumMod val="50000"/>
                  </a:schemeClr>
                </a:solidFill>
              </a:defRPr>
            </a:lvl3pPr>
            <a:lvl4pPr marL="1371600" indent="0">
              <a:buNone/>
              <a:defRPr sz="2000">
                <a:solidFill>
                  <a:schemeClr val="accent6">
                    <a:lumMod val="50000"/>
                  </a:schemeClr>
                </a:solidFill>
              </a:defRPr>
            </a:lvl4pPr>
            <a:lvl5pPr marL="1828800" indent="0">
              <a:buNone/>
              <a:defRPr sz="2000">
                <a:solidFill>
                  <a:schemeClr val="accent6">
                    <a:lumMod val="50000"/>
                  </a:schemeClr>
                </a:solidFill>
              </a:defRPr>
            </a:lvl5pPr>
            <a:lvl6pPr marL="2286000" indent="0">
              <a:buNone/>
              <a:defRPr sz="2000">
                <a:solidFill>
                  <a:schemeClr val="accent6">
                    <a:lumMod val="50000"/>
                  </a:schemeClr>
                </a:solidFill>
              </a:defRPr>
            </a:lvl6pPr>
            <a:lvl7pPr marL="2743200" indent="0">
              <a:buNone/>
              <a:defRPr sz="2000">
                <a:solidFill>
                  <a:schemeClr val="accent6">
                    <a:lumMod val="50000"/>
                  </a:schemeClr>
                </a:solidFill>
              </a:defRPr>
            </a:lvl7pPr>
            <a:lvl8pPr marL="3200400" indent="0">
              <a:buNone/>
              <a:defRPr sz="2000">
                <a:solidFill>
                  <a:schemeClr val="accent6">
                    <a:lumMod val="50000"/>
                  </a:schemeClr>
                </a:solidFill>
              </a:defRPr>
            </a:lvl8pPr>
            <a:lvl9pPr marL="3657600" indent="0">
              <a:buNone/>
              <a:defRPr sz="2000">
                <a:solidFill>
                  <a:schemeClr val="accent6">
                    <a:lumMod val="50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icon to add picture</a:t>
            </a:r>
            <a:endParaRPr/>
          </a:p>
        </p:txBody>
      </p:sp>
      <p:sp>
        <p:nvSpPr>
          <p:cNvPr id="828992455" name="Text Placeholder 3"/>
          <p:cNvSpPr>
            <a:spLocks noGrp="1"/>
          </p:cNvSpPr>
          <p:nvPr>
            <p:ph type="body" sz="half" idx="2"/>
          </p:nvPr>
        </p:nvSpPr>
        <p:spPr bwMode="auto">
          <a:xfrm flipH="0" flipV="0">
            <a:off x="839786" y="2057400"/>
            <a:ext cx="5041395" cy="3811586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6">
                    <a:lumMod val="50000"/>
                  </a:schemeClr>
                </a:solidFill>
              </a:defRPr>
            </a:lvl1pPr>
            <a:lvl2pPr marL="457200" indent="0">
              <a:buNone/>
              <a:defRPr sz="1400">
                <a:solidFill>
                  <a:schemeClr val="accent6">
                    <a:lumMod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accent6">
                    <a:lumMod val="50000"/>
                  </a:schemeClr>
                </a:solidFill>
              </a:defRPr>
            </a:lvl3pPr>
            <a:lvl4pPr marL="1371600" indent="0">
              <a:buNone/>
              <a:defRPr sz="1000">
                <a:solidFill>
                  <a:schemeClr val="accent6">
                    <a:lumMod val="50000"/>
                  </a:schemeClr>
                </a:solidFill>
              </a:defRPr>
            </a:lvl4pPr>
            <a:lvl5pPr marL="1828800" indent="0">
              <a:buNone/>
              <a:defRPr sz="1000">
                <a:solidFill>
                  <a:schemeClr val="accent6">
                    <a:lumMod val="50000"/>
                  </a:schemeClr>
                </a:solidFill>
              </a:defRPr>
            </a:lvl5pPr>
            <a:lvl6pPr marL="2286000" indent="0">
              <a:buNone/>
              <a:defRPr sz="1000">
                <a:solidFill>
                  <a:schemeClr val="accent6">
                    <a:lumMod val="50000"/>
                  </a:schemeClr>
                </a:solidFill>
              </a:defRPr>
            </a:lvl6pPr>
            <a:lvl7pPr marL="2743200" indent="0">
              <a:buNone/>
              <a:defRPr sz="1000">
                <a:solidFill>
                  <a:schemeClr val="accent6">
                    <a:lumMod val="50000"/>
                  </a:schemeClr>
                </a:solidFill>
              </a:defRPr>
            </a:lvl7pPr>
            <a:lvl8pPr marL="3200400" indent="0">
              <a:buNone/>
              <a:defRPr sz="1000">
                <a:solidFill>
                  <a:schemeClr val="accent6">
                    <a:lumMod val="50000"/>
                  </a:schemeClr>
                </a:solidFill>
              </a:defRPr>
            </a:lvl8pPr>
            <a:lvl9pPr marL="3657600" indent="0">
              <a:buNone/>
              <a:defRPr sz="1000">
                <a:solidFill>
                  <a:schemeClr val="accent6">
                    <a:lumMod val="50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76121111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48079504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516497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pic>
        <p:nvPicPr>
          <p:cNvPr id="153144523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1461853" flipH="0" flipV="0">
            <a:off x="11393755" y="5155056"/>
            <a:ext cx="502857" cy="13493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70091766" name=""/>
          <p:cNvGrpSpPr/>
          <p:nvPr/>
        </p:nvGrpSpPr>
        <p:grpSpPr bwMode="auto">
          <a:xfrm flipH="0" flipV="0">
            <a:off x="838197" y="364284"/>
            <a:ext cx="10515600" cy="6357187"/>
            <a:chOff x="0" y="0"/>
            <a:chExt cx="10515600" cy="6357187"/>
          </a:xfrm>
        </p:grpSpPr>
        <p:sp>
          <p:nvSpPr>
            <p:cNvPr id="1497466299" name=""/>
            <p:cNvSpPr/>
            <p:nvPr/>
          </p:nvSpPr>
          <p:spPr bwMode="auto">
            <a:xfrm rot="0" flipH="0" flipV="0">
              <a:off x="0" y="636274"/>
              <a:ext cx="10515596" cy="572091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837343127" name=""/>
            <p:cNvSpPr/>
            <p:nvPr/>
          </p:nvSpPr>
          <p:spPr bwMode="auto">
            <a:xfrm flipH="0" flipV="0">
              <a:off x="0" y="0"/>
              <a:ext cx="10515596" cy="667800"/>
            </a:xfrm>
            <a:custGeom>
              <a:avLst/>
              <a:gdLst/>
              <a:ahLst/>
              <a:cxnLst/>
              <a:rect l="0" t="0" r="r" b="b"/>
              <a:pathLst>
                <a:path w="8275436" h="578304" fill="norm" stroke="1" extrusionOk="0">
                  <a:moveTo>
                    <a:pt x="8275436" y="0"/>
                  </a:moveTo>
                  <a:cubicBezTo>
                    <a:pt x="8275436" y="0"/>
                    <a:pt x="8275436" y="578304"/>
                    <a:pt x="8275436" y="578304"/>
                  </a:cubicBezTo>
                  <a:cubicBezTo>
                    <a:pt x="8275436" y="578304"/>
                    <a:pt x="0" y="578304"/>
                    <a:pt x="0" y="578304"/>
                  </a:cubicBezTo>
                  <a:cubicBezTo>
                    <a:pt x="0" y="578304"/>
                    <a:pt x="0" y="0"/>
                    <a:pt x="0" y="0"/>
                  </a:cubicBezTo>
                  <a:cubicBezTo>
                    <a:pt x="0" y="0"/>
                    <a:pt x="8275436" y="0"/>
                    <a:pt x="8275436" y="0"/>
                  </a:cubicBezTo>
                  <a:close/>
                  <a:moveTo>
                    <a:pt x="5810192" y="289152"/>
                  </a:moveTo>
                  <a:cubicBezTo>
                    <a:pt x="5810192" y="375009"/>
                    <a:pt x="5880842" y="445661"/>
                    <a:pt x="5966701" y="445661"/>
                  </a:cubicBezTo>
                  <a:cubicBezTo>
                    <a:pt x="6052559" y="445661"/>
                    <a:pt x="6123210" y="375009"/>
                    <a:pt x="6123210" y="289152"/>
                  </a:cubicBezTo>
                  <a:cubicBezTo>
                    <a:pt x="6123210" y="203295"/>
                    <a:pt x="6052559" y="132643"/>
                    <a:pt x="5966701" y="132643"/>
                  </a:cubicBezTo>
                  <a:cubicBezTo>
                    <a:pt x="5880842" y="132643"/>
                    <a:pt x="5810192" y="203295"/>
                    <a:pt x="5810192" y="289152"/>
                  </a:cubicBezTo>
                  <a:close/>
                  <a:moveTo>
                    <a:pt x="6320580" y="289152"/>
                  </a:moveTo>
                  <a:cubicBezTo>
                    <a:pt x="6320580" y="375009"/>
                    <a:pt x="6391230" y="445661"/>
                    <a:pt x="6477089" y="445661"/>
                  </a:cubicBezTo>
                  <a:cubicBezTo>
                    <a:pt x="6562947" y="445661"/>
                    <a:pt x="6633598" y="375009"/>
                    <a:pt x="6633598" y="289152"/>
                  </a:cubicBezTo>
                  <a:cubicBezTo>
                    <a:pt x="6633598" y="203295"/>
                    <a:pt x="6562947" y="132643"/>
                    <a:pt x="6477089" y="132643"/>
                  </a:cubicBezTo>
                  <a:cubicBezTo>
                    <a:pt x="6391230" y="132643"/>
                    <a:pt x="6320580" y="203295"/>
                    <a:pt x="6320580" y="289152"/>
                  </a:cubicBezTo>
                  <a:close/>
                  <a:moveTo>
                    <a:pt x="6830966" y="289152"/>
                  </a:moveTo>
                  <a:cubicBezTo>
                    <a:pt x="6830966" y="375009"/>
                    <a:pt x="6901617" y="445661"/>
                    <a:pt x="6987475" y="445661"/>
                  </a:cubicBezTo>
                  <a:cubicBezTo>
                    <a:pt x="7073335" y="445661"/>
                    <a:pt x="7143984" y="375009"/>
                    <a:pt x="7143984" y="289152"/>
                  </a:cubicBezTo>
                  <a:cubicBezTo>
                    <a:pt x="7143984" y="203295"/>
                    <a:pt x="7073335" y="132643"/>
                    <a:pt x="6987475" y="132643"/>
                  </a:cubicBezTo>
                  <a:cubicBezTo>
                    <a:pt x="6901617" y="132643"/>
                    <a:pt x="6830966" y="203295"/>
                    <a:pt x="6830966" y="289152"/>
                  </a:cubicBezTo>
                  <a:close/>
                  <a:moveTo>
                    <a:pt x="7341353" y="289152"/>
                  </a:moveTo>
                  <a:cubicBezTo>
                    <a:pt x="7341353" y="375009"/>
                    <a:pt x="7412004" y="445661"/>
                    <a:pt x="7497862" y="445661"/>
                  </a:cubicBezTo>
                  <a:cubicBezTo>
                    <a:pt x="7583720" y="445661"/>
                    <a:pt x="7654371" y="375009"/>
                    <a:pt x="7654371" y="289152"/>
                  </a:cubicBezTo>
                  <a:cubicBezTo>
                    <a:pt x="7654371" y="203295"/>
                    <a:pt x="7583720" y="132643"/>
                    <a:pt x="7497862" y="132643"/>
                  </a:cubicBezTo>
                  <a:cubicBezTo>
                    <a:pt x="7412004" y="132643"/>
                    <a:pt x="7341353" y="203295"/>
                    <a:pt x="7341353" y="289152"/>
                  </a:cubicBezTo>
                  <a:close/>
                  <a:moveTo>
                    <a:pt x="7851740" y="289152"/>
                  </a:moveTo>
                  <a:cubicBezTo>
                    <a:pt x="7851740" y="375009"/>
                    <a:pt x="7922391" y="445661"/>
                    <a:pt x="8008249" y="445661"/>
                  </a:cubicBezTo>
                  <a:cubicBezTo>
                    <a:pt x="8094107" y="445661"/>
                    <a:pt x="8164758" y="375009"/>
                    <a:pt x="8164758" y="289152"/>
                  </a:cubicBezTo>
                  <a:cubicBezTo>
                    <a:pt x="8164758" y="203295"/>
                    <a:pt x="8094107" y="132643"/>
                    <a:pt x="8008249" y="132643"/>
                  </a:cubicBezTo>
                  <a:cubicBezTo>
                    <a:pt x="7922391" y="132643"/>
                    <a:pt x="7851740" y="203295"/>
                    <a:pt x="7851740" y="289152"/>
                  </a:cubicBezTo>
                  <a:close/>
                  <a:moveTo>
                    <a:pt x="174569" y="289152"/>
                  </a:moveTo>
                  <a:cubicBezTo>
                    <a:pt x="174569" y="375009"/>
                    <a:pt x="245220" y="445661"/>
                    <a:pt x="331078" y="445661"/>
                  </a:cubicBezTo>
                  <a:cubicBezTo>
                    <a:pt x="416936" y="445661"/>
                    <a:pt x="487587" y="375009"/>
                    <a:pt x="487587" y="289152"/>
                  </a:cubicBezTo>
                  <a:cubicBezTo>
                    <a:pt x="487587" y="203295"/>
                    <a:pt x="416936" y="132643"/>
                    <a:pt x="331078" y="132643"/>
                  </a:cubicBezTo>
                  <a:cubicBezTo>
                    <a:pt x="245220" y="132643"/>
                    <a:pt x="174569" y="203295"/>
                    <a:pt x="174569" y="289152"/>
                  </a:cubicBezTo>
                  <a:close/>
                  <a:moveTo>
                    <a:pt x="684957" y="289152"/>
                  </a:moveTo>
                  <a:cubicBezTo>
                    <a:pt x="684957" y="375009"/>
                    <a:pt x="755608" y="445661"/>
                    <a:pt x="841466" y="445661"/>
                  </a:cubicBezTo>
                  <a:cubicBezTo>
                    <a:pt x="927324" y="445661"/>
                    <a:pt x="997976" y="375009"/>
                    <a:pt x="997976" y="289152"/>
                  </a:cubicBezTo>
                  <a:cubicBezTo>
                    <a:pt x="997976" y="203295"/>
                    <a:pt x="927324" y="132643"/>
                    <a:pt x="841466" y="132643"/>
                  </a:cubicBezTo>
                  <a:cubicBezTo>
                    <a:pt x="755608" y="132643"/>
                    <a:pt x="684957" y="203295"/>
                    <a:pt x="684957" y="289152"/>
                  </a:cubicBezTo>
                  <a:close/>
                  <a:moveTo>
                    <a:pt x="1195343" y="289152"/>
                  </a:moveTo>
                  <a:cubicBezTo>
                    <a:pt x="1195343" y="375009"/>
                    <a:pt x="1265994" y="445661"/>
                    <a:pt x="1351852" y="445661"/>
                  </a:cubicBezTo>
                  <a:cubicBezTo>
                    <a:pt x="1437712" y="445661"/>
                    <a:pt x="1508361" y="375009"/>
                    <a:pt x="1508361" y="289152"/>
                  </a:cubicBezTo>
                  <a:cubicBezTo>
                    <a:pt x="1508361" y="203295"/>
                    <a:pt x="1437712" y="132643"/>
                    <a:pt x="1351852" y="132643"/>
                  </a:cubicBezTo>
                  <a:cubicBezTo>
                    <a:pt x="1265994" y="132643"/>
                    <a:pt x="1195343" y="203295"/>
                    <a:pt x="1195343" y="289152"/>
                  </a:cubicBezTo>
                  <a:close/>
                  <a:moveTo>
                    <a:pt x="1705731" y="289152"/>
                  </a:moveTo>
                  <a:cubicBezTo>
                    <a:pt x="1705731" y="375009"/>
                    <a:pt x="1776382" y="445661"/>
                    <a:pt x="1862240" y="445661"/>
                  </a:cubicBezTo>
                  <a:cubicBezTo>
                    <a:pt x="1948098" y="445661"/>
                    <a:pt x="2018749" y="375009"/>
                    <a:pt x="2018749" y="289152"/>
                  </a:cubicBezTo>
                  <a:cubicBezTo>
                    <a:pt x="2018749" y="203295"/>
                    <a:pt x="1948098" y="132643"/>
                    <a:pt x="1862240" y="132643"/>
                  </a:cubicBezTo>
                  <a:cubicBezTo>
                    <a:pt x="1776382" y="132643"/>
                    <a:pt x="1705731" y="203295"/>
                    <a:pt x="1705731" y="289152"/>
                  </a:cubicBezTo>
                  <a:close/>
                  <a:moveTo>
                    <a:pt x="2216117" y="289152"/>
                  </a:moveTo>
                  <a:cubicBezTo>
                    <a:pt x="2216117" y="375009"/>
                    <a:pt x="2286768" y="445661"/>
                    <a:pt x="2372626" y="445661"/>
                  </a:cubicBezTo>
                  <a:cubicBezTo>
                    <a:pt x="2458485" y="445661"/>
                    <a:pt x="2529135" y="375009"/>
                    <a:pt x="2529135" y="289152"/>
                  </a:cubicBezTo>
                  <a:cubicBezTo>
                    <a:pt x="2529135" y="203295"/>
                    <a:pt x="2458485" y="132643"/>
                    <a:pt x="2372626" y="132643"/>
                  </a:cubicBezTo>
                  <a:cubicBezTo>
                    <a:pt x="2286768" y="132643"/>
                    <a:pt x="2216117" y="203295"/>
                    <a:pt x="2216117" y="289152"/>
                  </a:cubicBezTo>
                  <a:close/>
                  <a:moveTo>
                    <a:pt x="2726504" y="289152"/>
                  </a:moveTo>
                  <a:cubicBezTo>
                    <a:pt x="2726504" y="375009"/>
                    <a:pt x="2797155" y="445661"/>
                    <a:pt x="2883013" y="445661"/>
                  </a:cubicBezTo>
                  <a:cubicBezTo>
                    <a:pt x="2968870" y="445661"/>
                    <a:pt x="3039521" y="375009"/>
                    <a:pt x="3039521" y="289152"/>
                  </a:cubicBezTo>
                  <a:cubicBezTo>
                    <a:pt x="3039521" y="203295"/>
                    <a:pt x="2968870" y="132643"/>
                    <a:pt x="2883013" y="132643"/>
                  </a:cubicBezTo>
                  <a:cubicBezTo>
                    <a:pt x="2797155" y="132643"/>
                    <a:pt x="2726504" y="203295"/>
                    <a:pt x="2726504" y="289152"/>
                  </a:cubicBezTo>
                  <a:close/>
                  <a:moveTo>
                    <a:pt x="3236890" y="289152"/>
                  </a:moveTo>
                  <a:cubicBezTo>
                    <a:pt x="3236890" y="375009"/>
                    <a:pt x="3307540" y="445661"/>
                    <a:pt x="3393399" y="445661"/>
                  </a:cubicBezTo>
                  <a:cubicBezTo>
                    <a:pt x="3479257" y="445661"/>
                    <a:pt x="3549908" y="375009"/>
                    <a:pt x="3549908" y="289152"/>
                  </a:cubicBezTo>
                  <a:cubicBezTo>
                    <a:pt x="3549908" y="203295"/>
                    <a:pt x="3479257" y="132643"/>
                    <a:pt x="3393399" y="132643"/>
                  </a:cubicBezTo>
                  <a:cubicBezTo>
                    <a:pt x="3307540" y="132643"/>
                    <a:pt x="3236890" y="203295"/>
                    <a:pt x="3236890" y="289152"/>
                  </a:cubicBezTo>
                  <a:close/>
                  <a:moveTo>
                    <a:pt x="3747276" y="289152"/>
                  </a:moveTo>
                  <a:cubicBezTo>
                    <a:pt x="3747276" y="375009"/>
                    <a:pt x="3817927" y="445661"/>
                    <a:pt x="3903785" y="445661"/>
                  </a:cubicBezTo>
                  <a:cubicBezTo>
                    <a:pt x="3989642" y="445661"/>
                    <a:pt x="4060294" y="375009"/>
                    <a:pt x="4060294" y="289152"/>
                  </a:cubicBezTo>
                  <a:cubicBezTo>
                    <a:pt x="4060294" y="203295"/>
                    <a:pt x="3989642" y="132643"/>
                    <a:pt x="3903785" y="132643"/>
                  </a:cubicBezTo>
                  <a:cubicBezTo>
                    <a:pt x="3817927" y="132643"/>
                    <a:pt x="3747276" y="203295"/>
                    <a:pt x="3747276" y="289152"/>
                  </a:cubicBezTo>
                  <a:close/>
                  <a:moveTo>
                    <a:pt x="4257663" y="289152"/>
                  </a:moveTo>
                  <a:cubicBezTo>
                    <a:pt x="4257663" y="375009"/>
                    <a:pt x="4328313" y="445661"/>
                    <a:pt x="4414172" y="445661"/>
                  </a:cubicBezTo>
                  <a:cubicBezTo>
                    <a:pt x="4500030" y="445661"/>
                    <a:pt x="4570681" y="375009"/>
                    <a:pt x="4570681" y="289152"/>
                  </a:cubicBezTo>
                  <a:cubicBezTo>
                    <a:pt x="4570681" y="203295"/>
                    <a:pt x="4500030" y="132643"/>
                    <a:pt x="4414172" y="132643"/>
                  </a:cubicBezTo>
                  <a:cubicBezTo>
                    <a:pt x="4328313" y="132643"/>
                    <a:pt x="4257663" y="203295"/>
                    <a:pt x="4257663" y="289152"/>
                  </a:cubicBezTo>
                  <a:close/>
                  <a:moveTo>
                    <a:pt x="4768049" y="289152"/>
                  </a:moveTo>
                  <a:cubicBezTo>
                    <a:pt x="4768049" y="375009"/>
                    <a:pt x="4838700" y="445661"/>
                    <a:pt x="4924558" y="445661"/>
                  </a:cubicBezTo>
                  <a:cubicBezTo>
                    <a:pt x="5010417" y="445661"/>
                    <a:pt x="5081067" y="375009"/>
                    <a:pt x="5081067" y="289152"/>
                  </a:cubicBezTo>
                  <a:cubicBezTo>
                    <a:pt x="5081067" y="203295"/>
                    <a:pt x="5010417" y="132643"/>
                    <a:pt x="4924558" y="132643"/>
                  </a:cubicBezTo>
                  <a:cubicBezTo>
                    <a:pt x="4838700" y="132643"/>
                    <a:pt x="4768049" y="203295"/>
                    <a:pt x="4768049" y="289152"/>
                  </a:cubicBezTo>
                  <a:close/>
                  <a:moveTo>
                    <a:pt x="5278435" y="289152"/>
                  </a:moveTo>
                  <a:cubicBezTo>
                    <a:pt x="5278435" y="375009"/>
                    <a:pt x="5349086" y="445661"/>
                    <a:pt x="5434944" y="445661"/>
                  </a:cubicBezTo>
                  <a:cubicBezTo>
                    <a:pt x="5520802" y="445661"/>
                    <a:pt x="5591453" y="375009"/>
                    <a:pt x="5591453" y="289152"/>
                  </a:cubicBezTo>
                  <a:cubicBezTo>
                    <a:pt x="5591453" y="203295"/>
                    <a:pt x="5520802" y="132643"/>
                    <a:pt x="5434944" y="132643"/>
                  </a:cubicBezTo>
                  <a:cubicBezTo>
                    <a:pt x="5349086" y="132643"/>
                    <a:pt x="5278435" y="203295"/>
                    <a:pt x="5278435" y="289152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</p:spPr>
          <p:txBody>
            <a:bodyPr anchor="ctr"/>
            <a:p>
              <a:pPr algn="ctr">
                <a:defRPr/>
              </a:pPr>
              <a:endParaRPr/>
            </a:p>
          </p:txBody>
        </p:sp>
      </p:grpSp>
      <p:grpSp>
        <p:nvGrpSpPr>
          <p:cNvPr id="1579537795" name=""/>
          <p:cNvGrpSpPr/>
          <p:nvPr/>
        </p:nvGrpSpPr>
        <p:grpSpPr bwMode="auto">
          <a:xfrm flipH="0" flipV="0">
            <a:off x="862786" y="2399436"/>
            <a:ext cx="10454712" cy="1550646"/>
            <a:chOff x="0" y="0"/>
            <a:chExt cx="10454712" cy="1550646"/>
          </a:xfrm>
        </p:grpSpPr>
        <p:grpSp>
          <p:nvGrpSpPr>
            <p:cNvPr id="45364237" name=""/>
            <p:cNvGrpSpPr/>
            <p:nvPr/>
          </p:nvGrpSpPr>
          <p:grpSpPr bwMode="auto">
            <a:xfrm flipH="0" flipV="0">
              <a:off x="586119" y="0"/>
              <a:ext cx="8976776" cy="1550646"/>
              <a:chOff x="0" y="0"/>
              <a:chExt cx="8976776" cy="1550646"/>
            </a:xfrm>
          </p:grpSpPr>
          <p:cxnSp>
            <p:nvCxnSpPr>
              <p:cNvPr id="684712877" name=""/>
              <p:cNvCxnSpPr/>
              <p:nvPr/>
            </p:nvCxnSpPr>
            <p:spPr bwMode="auto">
              <a:xfrm flipH="0" flipV="0">
                <a:off x="0" y="0"/>
                <a:ext cx="0" cy="1550646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0464115" name=""/>
              <p:cNvCxnSpPr/>
              <p:nvPr/>
            </p:nvCxnSpPr>
            <p:spPr bwMode="auto">
              <a:xfrm flipH="0" flipV="0">
                <a:off x="561045" y="0"/>
                <a:ext cx="0" cy="1550646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1037784" name=""/>
              <p:cNvCxnSpPr/>
              <p:nvPr/>
            </p:nvCxnSpPr>
            <p:spPr bwMode="auto">
              <a:xfrm flipH="0" flipV="0">
                <a:off x="1122093" y="0"/>
                <a:ext cx="0" cy="1550646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3065806" name=""/>
              <p:cNvCxnSpPr/>
              <p:nvPr/>
            </p:nvCxnSpPr>
            <p:spPr bwMode="auto">
              <a:xfrm flipH="0" flipV="0">
                <a:off x="1683144" y="0"/>
                <a:ext cx="0" cy="1550646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5579404" name=""/>
              <p:cNvCxnSpPr/>
              <p:nvPr/>
            </p:nvCxnSpPr>
            <p:spPr bwMode="auto">
              <a:xfrm flipH="0" flipV="0">
                <a:off x="2244190" y="0"/>
                <a:ext cx="0" cy="1550646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5586167" name=""/>
              <p:cNvCxnSpPr/>
              <p:nvPr/>
            </p:nvCxnSpPr>
            <p:spPr bwMode="auto">
              <a:xfrm flipH="0" flipV="0">
                <a:off x="2805240" y="0"/>
                <a:ext cx="0" cy="1550646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8996565" name=""/>
              <p:cNvCxnSpPr/>
              <p:nvPr/>
            </p:nvCxnSpPr>
            <p:spPr bwMode="auto">
              <a:xfrm flipH="0" flipV="0">
                <a:off x="3366290" y="0"/>
                <a:ext cx="0" cy="1550646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5998839" name=""/>
              <p:cNvCxnSpPr/>
              <p:nvPr/>
            </p:nvCxnSpPr>
            <p:spPr bwMode="auto">
              <a:xfrm flipH="0" flipV="0">
                <a:off x="3927337" y="0"/>
                <a:ext cx="0" cy="1550646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7065522" name=""/>
              <p:cNvCxnSpPr/>
              <p:nvPr/>
            </p:nvCxnSpPr>
            <p:spPr bwMode="auto">
              <a:xfrm flipH="0" flipV="0">
                <a:off x="4488385" y="0"/>
                <a:ext cx="0" cy="1550646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9234736" name=""/>
              <p:cNvCxnSpPr/>
              <p:nvPr/>
            </p:nvCxnSpPr>
            <p:spPr bwMode="auto">
              <a:xfrm flipH="0" flipV="0">
                <a:off x="5049434" y="0"/>
                <a:ext cx="0" cy="1550646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769094" name=""/>
              <p:cNvCxnSpPr/>
              <p:nvPr/>
            </p:nvCxnSpPr>
            <p:spPr bwMode="auto">
              <a:xfrm flipH="0" flipV="0">
                <a:off x="5610484" y="0"/>
                <a:ext cx="0" cy="1550646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3398734" name=""/>
              <p:cNvCxnSpPr/>
              <p:nvPr/>
            </p:nvCxnSpPr>
            <p:spPr bwMode="auto">
              <a:xfrm flipH="0" flipV="0">
                <a:off x="6171532" y="0"/>
                <a:ext cx="0" cy="1550646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0994661" name=""/>
              <p:cNvCxnSpPr/>
              <p:nvPr/>
            </p:nvCxnSpPr>
            <p:spPr bwMode="auto">
              <a:xfrm flipH="0" flipV="0">
                <a:off x="6732582" y="0"/>
                <a:ext cx="0" cy="1550646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56977575" name=""/>
              <p:cNvCxnSpPr/>
              <p:nvPr/>
            </p:nvCxnSpPr>
            <p:spPr bwMode="auto">
              <a:xfrm flipH="0" flipV="0">
                <a:off x="7293629" y="0"/>
                <a:ext cx="0" cy="1550646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0711646" name=""/>
              <p:cNvCxnSpPr/>
              <p:nvPr/>
            </p:nvCxnSpPr>
            <p:spPr bwMode="auto">
              <a:xfrm flipH="0" flipV="0">
                <a:off x="7854678" y="0"/>
                <a:ext cx="0" cy="1550646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004754" name=""/>
              <p:cNvCxnSpPr/>
              <p:nvPr/>
            </p:nvCxnSpPr>
            <p:spPr bwMode="auto">
              <a:xfrm flipH="0" flipV="0">
                <a:off x="8415726" y="0"/>
                <a:ext cx="0" cy="1550646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5318888" name=""/>
              <p:cNvCxnSpPr/>
              <p:nvPr/>
            </p:nvCxnSpPr>
            <p:spPr bwMode="auto">
              <a:xfrm flipH="0" flipV="0">
                <a:off x="8976776" y="0"/>
                <a:ext cx="0" cy="1550646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97005864" name=""/>
            <p:cNvGrpSpPr/>
            <p:nvPr/>
          </p:nvGrpSpPr>
          <p:grpSpPr bwMode="auto">
            <a:xfrm flipH="0" flipV="0">
              <a:off x="0" y="15282"/>
              <a:ext cx="10454712" cy="1477231"/>
              <a:chOff x="0" y="0"/>
              <a:chExt cx="10454712" cy="1477231"/>
            </a:xfrm>
          </p:grpSpPr>
          <p:cxnSp>
            <p:nvCxnSpPr>
              <p:cNvPr id="902779166" name=""/>
              <p:cNvCxnSpPr/>
              <p:nvPr/>
            </p:nvCxnSpPr>
            <p:spPr bwMode="auto">
              <a:xfrm flipH="0" flipV="0">
                <a:off x="0" y="0"/>
                <a:ext cx="10454712" cy="0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6149504" name=""/>
              <p:cNvCxnSpPr/>
              <p:nvPr/>
            </p:nvCxnSpPr>
            <p:spPr bwMode="auto">
              <a:xfrm flipH="0" flipV="0">
                <a:off x="0" y="492409"/>
                <a:ext cx="10454712" cy="0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0717460" name=""/>
              <p:cNvCxnSpPr/>
              <p:nvPr/>
            </p:nvCxnSpPr>
            <p:spPr bwMode="auto">
              <a:xfrm flipH="0" flipV="0">
                <a:off x="0" y="984820"/>
                <a:ext cx="10454712" cy="0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3598641" name=""/>
              <p:cNvCxnSpPr/>
              <p:nvPr/>
            </p:nvCxnSpPr>
            <p:spPr bwMode="auto">
              <a:xfrm flipH="0" flipV="0">
                <a:off x="0" y="1477231"/>
                <a:ext cx="10454712" cy="0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96078741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7" y="1014618"/>
            <a:ext cx="10515600" cy="1373414"/>
          </a:xfrm>
        </p:spPr>
        <p:txBody>
          <a:bodyPr/>
          <a:lstStyle>
            <a:lvl1pPr algn="ctr">
              <a:defRPr>
                <a:solidFill>
                  <a:schemeClr val="accent6">
                    <a:lumMod val="50000"/>
                  </a:schemeClr>
                </a:solidFill>
              </a:defRPr>
            </a:lvl1pPr>
            <a:lvl2pPr algn="ctr">
              <a:defRPr>
                <a:solidFill>
                  <a:schemeClr val="accent6">
                    <a:lumMod val="50000"/>
                  </a:schemeClr>
                </a:solidFill>
              </a:defRPr>
            </a:lvl2pPr>
            <a:lvl3pPr algn="ctr">
              <a:defRPr>
                <a:solidFill>
                  <a:schemeClr val="accent6">
                    <a:lumMod val="50000"/>
                  </a:schemeClr>
                </a:solidFill>
              </a:defRPr>
            </a:lvl3pPr>
            <a:lvl4pPr algn="ctr">
              <a:defRPr>
                <a:solidFill>
                  <a:schemeClr val="accent6">
                    <a:lumMod val="50000"/>
                  </a:schemeClr>
                </a:solidFill>
              </a:defRPr>
            </a:lvl4pPr>
            <a:lvl5pPr algn="ctr">
              <a:defRPr>
                <a:solidFill>
                  <a:schemeClr val="accent6">
                    <a:lumMod val="50000"/>
                  </a:schemeClr>
                </a:solidFill>
              </a:defRPr>
            </a:lvl5pPr>
            <a:lvl6pPr algn="ctr">
              <a:defRPr>
                <a:solidFill>
                  <a:schemeClr val="accent6">
                    <a:lumMod val="50000"/>
                  </a:schemeClr>
                </a:solidFill>
              </a:defRPr>
            </a:lvl6pPr>
            <a:lvl7pPr algn="ctr">
              <a:defRPr>
                <a:solidFill>
                  <a:schemeClr val="accent6">
                    <a:lumMod val="50000"/>
                  </a:schemeClr>
                </a:solidFill>
              </a:defRPr>
            </a:lvl7pPr>
            <a:lvl8pPr algn="ctr">
              <a:defRPr>
                <a:solidFill>
                  <a:schemeClr val="accent6">
                    <a:lumMod val="50000"/>
                  </a:schemeClr>
                </a:solidFill>
              </a:defRPr>
            </a:lvl8pPr>
            <a:lvl9pPr algn="ctr">
              <a:defRPr>
                <a:solidFill>
                  <a:schemeClr val="accent6">
                    <a:lumMod val="50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62287216" name=""/>
          <p:cNvSpPr/>
          <p:nvPr/>
        </p:nvSpPr>
        <p:spPr bwMode="auto">
          <a:xfrm rot="1186022" flipH="0" flipV="0">
            <a:off x="9316356" y="2915718"/>
            <a:ext cx="1973616" cy="1857521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1254087307" name=""/>
          <p:cNvPicPr>
            <a:picLocks noChangeAspect="1"/>
          </p:cNvPicPr>
          <p:nvPr/>
        </p:nvPicPr>
        <p:blipFill rotWithShape="1">
          <a:blip r:embed="rId2">
            <a:alphaModFix amt="42000"/>
          </a:blip>
          <a:srcRect l="41650" t="0" r="33462" b="67683"/>
          <a:stretch/>
        </p:blipFill>
        <p:spPr bwMode="auto">
          <a:xfrm rot="1157592" flipH="0" flipV="0">
            <a:off x="9481500" y="3162519"/>
            <a:ext cx="1760742" cy="1320490"/>
          </a:xfrm>
          <a:prstGeom prst="rect">
            <a:avLst/>
          </a:prstGeom>
        </p:spPr>
      </p:pic>
      <p:grpSp>
        <p:nvGrpSpPr>
          <p:cNvPr id="834978515" name=""/>
          <p:cNvGrpSpPr/>
          <p:nvPr/>
        </p:nvGrpSpPr>
        <p:grpSpPr bwMode="auto">
          <a:xfrm rot="21222309" flipH="0" flipV="0">
            <a:off x="1971792" y="2789824"/>
            <a:ext cx="3516306" cy="3194789"/>
            <a:chOff x="0" y="0"/>
            <a:chExt cx="3516306" cy="3194789"/>
          </a:xfrm>
        </p:grpSpPr>
        <p:sp>
          <p:nvSpPr>
            <p:cNvPr id="1041073409" name=""/>
            <p:cNvSpPr/>
            <p:nvPr/>
          </p:nvSpPr>
          <p:spPr bwMode="auto">
            <a:xfrm rot="0" flipH="0" flipV="0">
              <a:off x="0" y="83268"/>
              <a:ext cx="3512935" cy="3111519"/>
            </a:xfrm>
            <a:prstGeom prst="rect">
              <a:avLst/>
            </a:prstGeom>
            <a:solidFill>
              <a:schemeClr val="bg2">
                <a:lumMod val="90000"/>
                <a:alpha val="9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/>
            </a:p>
          </p:txBody>
        </p:sp>
        <p:sp>
          <p:nvSpPr>
            <p:cNvPr id="589872507" name=""/>
            <p:cNvSpPr/>
            <p:nvPr/>
          </p:nvSpPr>
          <p:spPr bwMode="auto">
            <a:xfrm flipH="0" flipV="0">
              <a:off x="3369" y="0"/>
              <a:ext cx="3512935" cy="175662"/>
            </a:xfrm>
            <a:custGeom>
              <a:avLst/>
              <a:gdLst/>
              <a:ahLst/>
              <a:cxnLst/>
              <a:rect l="0" t="0" r="r" b="b"/>
              <a:pathLst>
                <a:path w="11180536" h="589643" fill="norm" stroke="1" extrusionOk="0">
                  <a:moveTo>
                    <a:pt x="0" y="0"/>
                  </a:moveTo>
                  <a:cubicBezTo>
                    <a:pt x="0" y="0"/>
                    <a:pt x="177204" y="0"/>
                    <a:pt x="177204" y="0"/>
                  </a:cubicBezTo>
                  <a:cubicBezTo>
                    <a:pt x="168932" y="23095"/>
                    <a:pt x="164420" y="47915"/>
                    <a:pt x="164420" y="73706"/>
                  </a:cubicBezTo>
                  <a:cubicBezTo>
                    <a:pt x="164420" y="195005"/>
                    <a:pt x="264235" y="294821"/>
                    <a:pt x="385536" y="294821"/>
                  </a:cubicBezTo>
                  <a:cubicBezTo>
                    <a:pt x="506837" y="294821"/>
                    <a:pt x="606652" y="195005"/>
                    <a:pt x="606652" y="73706"/>
                  </a:cubicBezTo>
                  <a:cubicBezTo>
                    <a:pt x="606652" y="47915"/>
                    <a:pt x="602139" y="23095"/>
                    <a:pt x="593867" y="0"/>
                  </a:cubicBezTo>
                  <a:cubicBezTo>
                    <a:pt x="593867" y="0"/>
                    <a:pt x="867766" y="0"/>
                    <a:pt x="867766" y="0"/>
                  </a:cubicBezTo>
                  <a:cubicBezTo>
                    <a:pt x="859494" y="23095"/>
                    <a:pt x="854982" y="47915"/>
                    <a:pt x="854982" y="73706"/>
                  </a:cubicBezTo>
                  <a:cubicBezTo>
                    <a:pt x="854982" y="195005"/>
                    <a:pt x="954798" y="294821"/>
                    <a:pt x="1076098" y="294821"/>
                  </a:cubicBezTo>
                  <a:cubicBezTo>
                    <a:pt x="1197399" y="294821"/>
                    <a:pt x="1297214" y="195005"/>
                    <a:pt x="1297214" y="73706"/>
                  </a:cubicBezTo>
                  <a:cubicBezTo>
                    <a:pt x="1297214" y="47915"/>
                    <a:pt x="1292701" y="23095"/>
                    <a:pt x="1284429" y="0"/>
                  </a:cubicBezTo>
                  <a:cubicBezTo>
                    <a:pt x="1284429" y="0"/>
                    <a:pt x="1558329" y="0"/>
                    <a:pt x="1558329" y="0"/>
                  </a:cubicBezTo>
                  <a:cubicBezTo>
                    <a:pt x="1550057" y="23095"/>
                    <a:pt x="1545545" y="47915"/>
                    <a:pt x="1545545" y="73706"/>
                  </a:cubicBezTo>
                  <a:cubicBezTo>
                    <a:pt x="1545545" y="195005"/>
                    <a:pt x="1645360" y="294821"/>
                    <a:pt x="1766661" y="294821"/>
                  </a:cubicBezTo>
                  <a:cubicBezTo>
                    <a:pt x="1887962" y="294821"/>
                    <a:pt x="1987777" y="195005"/>
                    <a:pt x="1987777" y="73706"/>
                  </a:cubicBezTo>
                  <a:cubicBezTo>
                    <a:pt x="1987777" y="47915"/>
                    <a:pt x="1983264" y="23095"/>
                    <a:pt x="1974992" y="0"/>
                  </a:cubicBezTo>
                  <a:cubicBezTo>
                    <a:pt x="1974992" y="0"/>
                    <a:pt x="2248891" y="0"/>
                    <a:pt x="2248891" y="0"/>
                  </a:cubicBezTo>
                  <a:cubicBezTo>
                    <a:pt x="2240619" y="23095"/>
                    <a:pt x="2236107" y="47915"/>
                    <a:pt x="2236107" y="73706"/>
                  </a:cubicBezTo>
                  <a:cubicBezTo>
                    <a:pt x="2236107" y="195005"/>
                    <a:pt x="2335923" y="294821"/>
                    <a:pt x="2457223" y="294821"/>
                  </a:cubicBezTo>
                  <a:cubicBezTo>
                    <a:pt x="2578524" y="294821"/>
                    <a:pt x="2678339" y="195005"/>
                    <a:pt x="2678339" y="73706"/>
                  </a:cubicBezTo>
                  <a:cubicBezTo>
                    <a:pt x="2678339" y="47915"/>
                    <a:pt x="2673826" y="23095"/>
                    <a:pt x="2665554" y="0"/>
                  </a:cubicBezTo>
                  <a:cubicBezTo>
                    <a:pt x="2665554" y="0"/>
                    <a:pt x="2939454" y="0"/>
                    <a:pt x="2939454" y="0"/>
                  </a:cubicBezTo>
                  <a:cubicBezTo>
                    <a:pt x="2931182" y="23095"/>
                    <a:pt x="2926670" y="47915"/>
                    <a:pt x="2926670" y="73706"/>
                  </a:cubicBezTo>
                  <a:cubicBezTo>
                    <a:pt x="2926670" y="195005"/>
                    <a:pt x="3026485" y="294821"/>
                    <a:pt x="3147786" y="294821"/>
                  </a:cubicBezTo>
                  <a:cubicBezTo>
                    <a:pt x="3269087" y="294821"/>
                    <a:pt x="3368902" y="195005"/>
                    <a:pt x="3368902" y="73706"/>
                  </a:cubicBezTo>
                  <a:cubicBezTo>
                    <a:pt x="3368902" y="47915"/>
                    <a:pt x="3364389" y="23095"/>
                    <a:pt x="3356117" y="0"/>
                  </a:cubicBezTo>
                  <a:cubicBezTo>
                    <a:pt x="3356117" y="0"/>
                    <a:pt x="3630016" y="0"/>
                    <a:pt x="3630016" y="0"/>
                  </a:cubicBezTo>
                  <a:cubicBezTo>
                    <a:pt x="3621744" y="23095"/>
                    <a:pt x="3617232" y="47915"/>
                    <a:pt x="3617232" y="73706"/>
                  </a:cubicBezTo>
                  <a:cubicBezTo>
                    <a:pt x="3617232" y="195005"/>
                    <a:pt x="3717048" y="294821"/>
                    <a:pt x="3838348" y="294821"/>
                  </a:cubicBezTo>
                  <a:cubicBezTo>
                    <a:pt x="3959649" y="294821"/>
                    <a:pt x="4059464" y="195005"/>
                    <a:pt x="4059464" y="73706"/>
                  </a:cubicBezTo>
                  <a:cubicBezTo>
                    <a:pt x="4059464" y="47915"/>
                    <a:pt x="4054951" y="23095"/>
                    <a:pt x="4046679" y="0"/>
                  </a:cubicBezTo>
                  <a:cubicBezTo>
                    <a:pt x="4046679" y="0"/>
                    <a:pt x="4320579" y="0"/>
                    <a:pt x="4320579" y="0"/>
                  </a:cubicBezTo>
                  <a:cubicBezTo>
                    <a:pt x="4312307" y="23095"/>
                    <a:pt x="4307795" y="47915"/>
                    <a:pt x="4307795" y="73706"/>
                  </a:cubicBezTo>
                  <a:cubicBezTo>
                    <a:pt x="4307795" y="195005"/>
                    <a:pt x="4407610" y="294821"/>
                    <a:pt x="4528911" y="294821"/>
                  </a:cubicBezTo>
                  <a:cubicBezTo>
                    <a:pt x="4650212" y="294821"/>
                    <a:pt x="4750027" y="195005"/>
                    <a:pt x="4750027" y="73706"/>
                  </a:cubicBezTo>
                  <a:cubicBezTo>
                    <a:pt x="4750027" y="47915"/>
                    <a:pt x="4745514" y="23095"/>
                    <a:pt x="4737242" y="0"/>
                  </a:cubicBezTo>
                  <a:cubicBezTo>
                    <a:pt x="4737242" y="0"/>
                    <a:pt x="5011141" y="0"/>
                    <a:pt x="5011141" y="0"/>
                  </a:cubicBezTo>
                  <a:cubicBezTo>
                    <a:pt x="5002869" y="23095"/>
                    <a:pt x="4998357" y="47915"/>
                    <a:pt x="4998357" y="73706"/>
                  </a:cubicBezTo>
                  <a:cubicBezTo>
                    <a:pt x="4998357" y="195005"/>
                    <a:pt x="5098173" y="294821"/>
                    <a:pt x="5219473" y="294821"/>
                  </a:cubicBezTo>
                  <a:cubicBezTo>
                    <a:pt x="5340774" y="294821"/>
                    <a:pt x="5440589" y="195005"/>
                    <a:pt x="5440589" y="73706"/>
                  </a:cubicBezTo>
                  <a:cubicBezTo>
                    <a:pt x="5440589" y="47915"/>
                    <a:pt x="5436076" y="23095"/>
                    <a:pt x="5427804" y="0"/>
                  </a:cubicBezTo>
                  <a:cubicBezTo>
                    <a:pt x="5427804" y="0"/>
                    <a:pt x="5701704" y="0"/>
                    <a:pt x="5701704" y="0"/>
                  </a:cubicBezTo>
                  <a:cubicBezTo>
                    <a:pt x="5693432" y="23095"/>
                    <a:pt x="5688920" y="47915"/>
                    <a:pt x="5688920" y="73706"/>
                  </a:cubicBezTo>
                  <a:cubicBezTo>
                    <a:pt x="5688920" y="195005"/>
                    <a:pt x="5788735" y="294821"/>
                    <a:pt x="5910036" y="294821"/>
                  </a:cubicBezTo>
                  <a:cubicBezTo>
                    <a:pt x="6031337" y="294821"/>
                    <a:pt x="6131152" y="195005"/>
                    <a:pt x="6131152" y="73706"/>
                  </a:cubicBezTo>
                  <a:cubicBezTo>
                    <a:pt x="6131152" y="47915"/>
                    <a:pt x="6126639" y="23095"/>
                    <a:pt x="6118367" y="0"/>
                  </a:cubicBezTo>
                  <a:cubicBezTo>
                    <a:pt x="6118367" y="0"/>
                    <a:pt x="6392266" y="0"/>
                    <a:pt x="6392266" y="0"/>
                  </a:cubicBezTo>
                  <a:cubicBezTo>
                    <a:pt x="6383994" y="23095"/>
                    <a:pt x="6379482" y="47915"/>
                    <a:pt x="6379482" y="73706"/>
                  </a:cubicBezTo>
                  <a:cubicBezTo>
                    <a:pt x="6379482" y="195005"/>
                    <a:pt x="6479298" y="294821"/>
                    <a:pt x="6600598" y="294821"/>
                  </a:cubicBezTo>
                  <a:cubicBezTo>
                    <a:pt x="6721899" y="294821"/>
                    <a:pt x="6821715" y="195005"/>
                    <a:pt x="6821715" y="73706"/>
                  </a:cubicBezTo>
                  <a:cubicBezTo>
                    <a:pt x="6821715" y="47915"/>
                    <a:pt x="6817202" y="23095"/>
                    <a:pt x="6808930" y="0"/>
                  </a:cubicBezTo>
                  <a:cubicBezTo>
                    <a:pt x="6808930" y="0"/>
                    <a:pt x="7082829" y="0"/>
                    <a:pt x="7082829" y="0"/>
                  </a:cubicBezTo>
                  <a:cubicBezTo>
                    <a:pt x="7074557" y="23095"/>
                    <a:pt x="7070045" y="47915"/>
                    <a:pt x="7070045" y="73706"/>
                  </a:cubicBezTo>
                  <a:cubicBezTo>
                    <a:pt x="7070045" y="195005"/>
                    <a:pt x="7169860" y="294821"/>
                    <a:pt x="7291161" y="294821"/>
                  </a:cubicBezTo>
                  <a:cubicBezTo>
                    <a:pt x="7412462" y="294821"/>
                    <a:pt x="7512277" y="195005"/>
                    <a:pt x="7512277" y="73706"/>
                  </a:cubicBezTo>
                  <a:cubicBezTo>
                    <a:pt x="7512277" y="47915"/>
                    <a:pt x="7507764" y="23095"/>
                    <a:pt x="7499492" y="0"/>
                  </a:cubicBezTo>
                  <a:cubicBezTo>
                    <a:pt x="7499492" y="0"/>
                    <a:pt x="7773391" y="0"/>
                    <a:pt x="7773391" y="0"/>
                  </a:cubicBezTo>
                  <a:cubicBezTo>
                    <a:pt x="7765119" y="23095"/>
                    <a:pt x="7760607" y="47915"/>
                    <a:pt x="7760607" y="73706"/>
                  </a:cubicBezTo>
                  <a:cubicBezTo>
                    <a:pt x="7760607" y="195005"/>
                    <a:pt x="7860423" y="294821"/>
                    <a:pt x="7981723" y="294821"/>
                  </a:cubicBezTo>
                  <a:cubicBezTo>
                    <a:pt x="8103024" y="294821"/>
                    <a:pt x="8202840" y="195005"/>
                    <a:pt x="8202840" y="73706"/>
                  </a:cubicBezTo>
                  <a:cubicBezTo>
                    <a:pt x="8202840" y="47915"/>
                    <a:pt x="8198327" y="23095"/>
                    <a:pt x="8190055" y="0"/>
                  </a:cubicBezTo>
                  <a:cubicBezTo>
                    <a:pt x="8190055" y="0"/>
                    <a:pt x="8463954" y="0"/>
                    <a:pt x="8463954" y="0"/>
                  </a:cubicBezTo>
                  <a:cubicBezTo>
                    <a:pt x="8455682" y="23095"/>
                    <a:pt x="8451170" y="47915"/>
                    <a:pt x="8451170" y="73706"/>
                  </a:cubicBezTo>
                  <a:cubicBezTo>
                    <a:pt x="8451170" y="195005"/>
                    <a:pt x="8550985" y="294821"/>
                    <a:pt x="8672286" y="294821"/>
                  </a:cubicBezTo>
                  <a:cubicBezTo>
                    <a:pt x="8793587" y="294821"/>
                    <a:pt x="8893402" y="195005"/>
                    <a:pt x="8893402" y="73706"/>
                  </a:cubicBezTo>
                  <a:cubicBezTo>
                    <a:pt x="8893402" y="47915"/>
                    <a:pt x="8888889" y="23095"/>
                    <a:pt x="8880617" y="0"/>
                  </a:cubicBezTo>
                  <a:cubicBezTo>
                    <a:pt x="8880617" y="0"/>
                    <a:pt x="9154516" y="0"/>
                    <a:pt x="9154516" y="0"/>
                  </a:cubicBezTo>
                  <a:cubicBezTo>
                    <a:pt x="9146244" y="23095"/>
                    <a:pt x="9141732" y="47915"/>
                    <a:pt x="9141732" y="73706"/>
                  </a:cubicBezTo>
                  <a:cubicBezTo>
                    <a:pt x="9141732" y="195005"/>
                    <a:pt x="9241547" y="294821"/>
                    <a:pt x="9362848" y="294821"/>
                  </a:cubicBezTo>
                  <a:cubicBezTo>
                    <a:pt x="9484149" y="294821"/>
                    <a:pt x="9583965" y="195005"/>
                    <a:pt x="9583965" y="73706"/>
                  </a:cubicBezTo>
                  <a:cubicBezTo>
                    <a:pt x="9583965" y="47915"/>
                    <a:pt x="9579452" y="23095"/>
                    <a:pt x="9571180" y="0"/>
                  </a:cubicBezTo>
                  <a:cubicBezTo>
                    <a:pt x="9571180" y="0"/>
                    <a:pt x="9845079" y="0"/>
                    <a:pt x="9845079" y="0"/>
                  </a:cubicBezTo>
                  <a:cubicBezTo>
                    <a:pt x="9836807" y="23095"/>
                    <a:pt x="9832295" y="47915"/>
                    <a:pt x="9832295" y="73706"/>
                  </a:cubicBezTo>
                  <a:cubicBezTo>
                    <a:pt x="9832295" y="195005"/>
                    <a:pt x="9932110" y="294821"/>
                    <a:pt x="10053411" y="294821"/>
                  </a:cubicBezTo>
                  <a:cubicBezTo>
                    <a:pt x="10174712" y="294821"/>
                    <a:pt x="10274527" y="195005"/>
                    <a:pt x="10274527" y="73706"/>
                  </a:cubicBezTo>
                  <a:cubicBezTo>
                    <a:pt x="10274527" y="47915"/>
                    <a:pt x="10270014" y="23095"/>
                    <a:pt x="10261742" y="0"/>
                  </a:cubicBezTo>
                  <a:cubicBezTo>
                    <a:pt x="10261742" y="0"/>
                    <a:pt x="10535641" y="0"/>
                    <a:pt x="10535641" y="0"/>
                  </a:cubicBezTo>
                  <a:cubicBezTo>
                    <a:pt x="10527369" y="23095"/>
                    <a:pt x="10522857" y="47915"/>
                    <a:pt x="10522857" y="73706"/>
                  </a:cubicBezTo>
                  <a:cubicBezTo>
                    <a:pt x="10522857" y="195005"/>
                    <a:pt x="10622673" y="294821"/>
                    <a:pt x="10743972" y="294821"/>
                  </a:cubicBezTo>
                  <a:cubicBezTo>
                    <a:pt x="10865274" y="294821"/>
                    <a:pt x="10965090" y="195005"/>
                    <a:pt x="10965090" y="73706"/>
                  </a:cubicBezTo>
                  <a:cubicBezTo>
                    <a:pt x="10965090" y="47915"/>
                    <a:pt x="10960577" y="23095"/>
                    <a:pt x="10952305" y="0"/>
                  </a:cubicBezTo>
                  <a:cubicBezTo>
                    <a:pt x="10952305" y="0"/>
                    <a:pt x="11180536" y="0"/>
                    <a:pt x="11180536" y="0"/>
                  </a:cubicBezTo>
                  <a:cubicBezTo>
                    <a:pt x="11180536" y="0"/>
                    <a:pt x="11180536" y="589642"/>
                    <a:pt x="11180536" y="589642"/>
                  </a:cubicBezTo>
                  <a:cubicBezTo>
                    <a:pt x="11180536" y="589642"/>
                    <a:pt x="0" y="589642"/>
                    <a:pt x="0" y="589642"/>
                  </a:cubicBezTo>
                  <a:cubicBezTo>
                    <a:pt x="0" y="589642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2">
                <a:lumMod val="90000"/>
                <a:alpha val="9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txBody>
            <a:bodyPr/>
            <a:p>
              <a:pPr>
                <a:defRPr/>
              </a:pPr>
              <a:endParaRPr/>
            </a:p>
          </p:txBody>
        </p:sp>
        <p:pic>
          <p:nvPicPr>
            <p:cNvPr id="786503940" name=""/>
            <p:cNvPicPr>
              <a:picLocks noChangeAspect="1"/>
            </p:cNvPicPr>
            <p:nvPr/>
          </p:nvPicPr>
          <p:blipFill rotWithShape="1">
            <a:blip r:embed="rId3">
              <a:alphaModFix amt="24999"/>
            </a:blip>
            <a:srcRect l="41650" t="0" r="2111" b="1534"/>
            <a:stretch/>
          </p:blipFill>
          <p:spPr bwMode="auto">
            <a:xfrm flipH="0" flipV="0">
              <a:off x="251856" y="172917"/>
              <a:ext cx="3037573" cy="2881794"/>
            </a:xfrm>
            <a:prstGeom prst="rect">
              <a:avLst/>
            </a:prstGeom>
            <a:ln w="19050">
              <a:noFill/>
              <a:prstDash val="solid"/>
            </a:ln>
          </p:spPr>
        </p:pic>
      </p:grpSp>
      <p:pic>
        <p:nvPicPr>
          <p:cNvPr id="1681341739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rot="20922749" flipH="0" flipV="0">
            <a:off x="9940736" y="1614273"/>
            <a:ext cx="1981329" cy="2154069"/>
          </a:xfrm>
          <a:prstGeom prst="rect">
            <a:avLst/>
          </a:prstGeom>
        </p:spPr>
      </p:pic>
      <p:pic>
        <p:nvPicPr>
          <p:cNvPr id="1905501566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2409184" y="2923069"/>
            <a:ext cx="2810976" cy="2923416"/>
          </a:xfrm>
          <a:prstGeom prst="rect">
            <a:avLst/>
          </a:prstGeom>
        </p:spPr>
      </p:pic>
      <p:pic>
        <p:nvPicPr>
          <p:cNvPr id="1458578935" name=""/>
          <p:cNvPicPr>
            <a:picLocks noChangeAspect="1"/>
          </p:cNvPicPr>
          <p:nvPr/>
        </p:nvPicPr>
        <p:blipFill rotWithShape="1">
          <a:blip r:embed="rId6">
            <a:alphaModFix amt="99999"/>
          </a:blip>
          <a:srcRect l="0" t="0" r="0" b="38294"/>
          <a:stretch/>
        </p:blipFill>
        <p:spPr bwMode="auto">
          <a:xfrm flipH="1" flipV="0">
            <a:off x="5986719" y="2636710"/>
            <a:ext cx="4931002" cy="4221285"/>
          </a:xfrm>
          <a:prstGeom prst="rect">
            <a:avLst/>
          </a:prstGeom>
        </p:spPr>
      </p:pic>
      <p:sp>
        <p:nvSpPr>
          <p:cNvPr id="1468253873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6014528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9224220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066022758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45888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140275397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883416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bg>
      <p:bgPr shadeToTitle="0">
        <a:solidFill>
          <a:schemeClr val="accent6">
            <a:lumMod val="20000"/>
            <a:lumOff val="80000"/>
            <a:alpha val="74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42165300" name=""/>
          <p:cNvPicPr>
            <a:picLocks noChangeAspect="1"/>
          </p:cNvPicPr>
          <p:nvPr/>
        </p:nvPicPr>
        <p:blipFill rotWithShape="1">
          <a:blip r:embed="rId2">
            <a:alphaModFix amt="20000"/>
          </a:blip>
          <a:srcRect l="0" t="0" r="0" b="62445"/>
          <a:stretch/>
        </p:blipFill>
        <p:spPr bwMode="auto">
          <a:xfrm flipH="0" flipV="0">
            <a:off x="78558" y="4352509"/>
            <a:ext cx="5036073" cy="2505488"/>
          </a:xfrm>
          <a:prstGeom prst="rect">
            <a:avLst/>
          </a:prstGeom>
        </p:spPr>
      </p:pic>
      <p:sp>
        <p:nvSpPr>
          <p:cNvPr id="173330745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7" y="457200"/>
            <a:ext cx="5042982" cy="160020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>
              <a:defRPr sz="4400">
                <a:solidFill>
                  <a:schemeClr val="accent6">
                    <a:lumMod val="50000"/>
                  </a:schemeClr>
                </a:solidFill>
              </a:defRPr>
            </a:lvl1pPr>
            <a:lvl2pPr>
              <a:defRPr sz="4400">
                <a:solidFill>
                  <a:schemeClr val="accent6">
                    <a:lumMod val="50000"/>
                  </a:schemeClr>
                </a:solidFill>
              </a:defRPr>
            </a:lvl2pPr>
            <a:lvl3pPr>
              <a:defRPr sz="4400">
                <a:solidFill>
                  <a:schemeClr val="accent6">
                    <a:lumMod val="50000"/>
                  </a:schemeClr>
                </a:solidFill>
              </a:defRPr>
            </a:lvl3pPr>
            <a:lvl4pPr>
              <a:defRPr sz="4400">
                <a:solidFill>
                  <a:schemeClr val="accent6">
                    <a:lumMod val="50000"/>
                  </a:schemeClr>
                </a:solidFill>
              </a:defRPr>
            </a:lvl4pPr>
            <a:lvl5pPr>
              <a:defRPr sz="4400">
                <a:solidFill>
                  <a:schemeClr val="accent6">
                    <a:lumMod val="50000"/>
                  </a:schemeClr>
                </a:solidFill>
              </a:defRPr>
            </a:lvl5pPr>
            <a:lvl6pPr>
              <a:defRPr sz="4400">
                <a:solidFill>
                  <a:schemeClr val="accent6">
                    <a:lumMod val="50000"/>
                  </a:schemeClr>
                </a:solidFill>
              </a:defRPr>
            </a:lvl6pPr>
            <a:lvl7pPr>
              <a:defRPr sz="4400">
                <a:solidFill>
                  <a:schemeClr val="accent6">
                    <a:lumMod val="50000"/>
                  </a:schemeClr>
                </a:solidFill>
              </a:defRPr>
            </a:lvl7pPr>
            <a:lvl8pPr>
              <a:defRPr sz="4400">
                <a:solidFill>
                  <a:schemeClr val="accent6">
                    <a:lumMod val="50000"/>
                  </a:schemeClr>
                </a:solidFill>
              </a:defRPr>
            </a:lvl8pPr>
            <a:lvl9pPr>
              <a:defRPr sz="4400">
                <a:solidFill>
                  <a:schemeClr val="accent6">
                    <a:lumMod val="50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title </a:t>
            </a:r>
            <a:endParaRPr/>
          </a:p>
        </p:txBody>
      </p:sp>
      <p:sp>
        <p:nvSpPr>
          <p:cNvPr id="961695862" name="Content Placeholder 2"/>
          <p:cNvSpPr>
            <a:spLocks noGrp="1"/>
          </p:cNvSpPr>
          <p:nvPr>
            <p:ph idx="1"/>
          </p:nvPr>
        </p:nvSpPr>
        <p:spPr bwMode="auto">
          <a:xfrm rot="0" flipH="0" flipV="0">
            <a:off x="6757416" y="457200"/>
            <a:ext cx="4602942" cy="5403847"/>
          </a:xfrm>
        </p:spPr>
        <p:txBody>
          <a:bodyPr/>
          <a:lstStyle>
            <a:lvl1pPr>
              <a:defRPr sz="3200">
                <a:solidFill>
                  <a:schemeClr val="accent6">
                    <a:lumMod val="50000"/>
                  </a:schemeClr>
                </a:solidFill>
              </a:defRPr>
            </a:lvl1pPr>
            <a:lvl2pPr>
              <a:defRPr sz="2800">
                <a:solidFill>
                  <a:schemeClr val="accent6">
                    <a:lumMod val="50000"/>
                  </a:schemeClr>
                </a:solidFill>
              </a:defRPr>
            </a:lvl2pPr>
            <a:lvl3pPr>
              <a:defRPr sz="2400">
                <a:solidFill>
                  <a:schemeClr val="accent6">
                    <a:lumMod val="50000"/>
                  </a:schemeClr>
                </a:solidFill>
              </a:defRPr>
            </a:lvl3pPr>
            <a:lvl4pPr>
              <a:defRPr sz="2000">
                <a:solidFill>
                  <a:schemeClr val="accent6">
                    <a:lumMod val="50000"/>
                  </a:schemeClr>
                </a:solidFill>
              </a:defRPr>
            </a:lvl4pPr>
            <a:lvl5pPr>
              <a:defRPr sz="2000">
                <a:solidFill>
                  <a:schemeClr val="accent6">
                    <a:lumMod val="50000"/>
                  </a:schemeClr>
                </a:solidFill>
              </a:defRPr>
            </a:lvl5pPr>
            <a:lvl6pPr>
              <a:defRPr sz="2000">
                <a:solidFill>
                  <a:schemeClr val="accent6">
                    <a:lumMod val="50000"/>
                  </a:schemeClr>
                </a:solidFill>
              </a:defRPr>
            </a:lvl6pPr>
            <a:lvl7pPr>
              <a:defRPr sz="2000">
                <a:solidFill>
                  <a:schemeClr val="accent6">
                    <a:lumMod val="50000"/>
                  </a:schemeClr>
                </a:solidFill>
              </a:defRPr>
            </a:lvl7pPr>
            <a:lvl8pPr>
              <a:defRPr sz="2000">
                <a:solidFill>
                  <a:schemeClr val="accent6">
                    <a:lumMod val="50000"/>
                  </a:schemeClr>
                </a:solidFill>
              </a:defRPr>
            </a:lvl8pPr>
            <a:lvl9pPr>
              <a:defRPr sz="2000">
                <a:solidFill>
                  <a:schemeClr val="accent6">
                    <a:lumMod val="50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822726816" name="Text Placeholder 3"/>
          <p:cNvSpPr>
            <a:spLocks noGrp="1"/>
          </p:cNvSpPr>
          <p:nvPr>
            <p:ph type="body" sz="half" idx="2"/>
          </p:nvPr>
        </p:nvSpPr>
        <p:spPr bwMode="auto">
          <a:xfrm flipH="0" flipV="0">
            <a:off x="839786" y="2057400"/>
            <a:ext cx="5042982" cy="3811586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6">
                    <a:lumMod val="50000"/>
                  </a:schemeClr>
                </a:solidFill>
              </a:defRPr>
            </a:lvl1pPr>
            <a:lvl2pPr marL="457200" indent="0">
              <a:buNone/>
              <a:defRPr sz="2400">
                <a:solidFill>
                  <a:schemeClr val="accent6">
                    <a:lumMod val="50000"/>
                  </a:schemeClr>
                </a:solidFill>
              </a:defRPr>
            </a:lvl2pPr>
            <a:lvl3pPr marL="914400" indent="0">
              <a:buNone/>
              <a:defRPr sz="2400">
                <a:solidFill>
                  <a:schemeClr val="accent6">
                    <a:lumMod val="50000"/>
                  </a:schemeClr>
                </a:solidFill>
              </a:defRPr>
            </a:lvl3pPr>
            <a:lvl4pPr marL="1371600" indent="0">
              <a:buNone/>
              <a:defRPr sz="2400">
                <a:solidFill>
                  <a:schemeClr val="accent6">
                    <a:lumMod val="50000"/>
                  </a:schemeClr>
                </a:solidFill>
              </a:defRPr>
            </a:lvl4pPr>
            <a:lvl5pPr marL="1828800" indent="0">
              <a:buNone/>
              <a:defRPr sz="2400">
                <a:solidFill>
                  <a:schemeClr val="accent6">
                    <a:lumMod val="50000"/>
                  </a:schemeClr>
                </a:solidFill>
              </a:defRPr>
            </a:lvl5pPr>
            <a:lvl6pPr marL="2286000" indent="0">
              <a:buNone/>
              <a:defRPr sz="2400">
                <a:solidFill>
                  <a:schemeClr val="accent6">
                    <a:lumMod val="50000"/>
                  </a:schemeClr>
                </a:solidFill>
              </a:defRPr>
            </a:lvl6pPr>
            <a:lvl7pPr marL="2743200" indent="0">
              <a:buNone/>
              <a:defRPr sz="2400">
                <a:solidFill>
                  <a:schemeClr val="accent6">
                    <a:lumMod val="50000"/>
                  </a:schemeClr>
                </a:solidFill>
              </a:defRPr>
            </a:lvl7pPr>
            <a:lvl8pPr marL="3200400" indent="0">
              <a:buNone/>
              <a:defRPr sz="2400">
                <a:solidFill>
                  <a:schemeClr val="accent6">
                    <a:lumMod val="50000"/>
                  </a:schemeClr>
                </a:solidFill>
              </a:defRPr>
            </a:lvl8pPr>
            <a:lvl9pPr marL="3657600" indent="0">
              <a:buNone/>
              <a:defRPr sz="2400">
                <a:solidFill>
                  <a:schemeClr val="accent6">
                    <a:lumMod val="50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52475589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15676389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36724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735430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061356507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8645703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67270857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259287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6518606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899" y="365124"/>
            <a:ext cx="2628900" cy="5811837"/>
          </a:xfrm>
        </p:spPr>
        <p:txBody>
          <a:bodyPr vert="eaVert"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11310354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198" y="365124"/>
            <a:ext cx="7734299" cy="5811837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13533624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42743369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106847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accent6">
            <a:lumMod val="75000"/>
            <a:alpha val="74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424056" name="Title Placeholder 1"/>
          <p:cNvSpPr>
            <a:spLocks noGrp="1"/>
          </p:cNvSpPr>
          <p:nvPr>
            <p:ph type="title"/>
          </p:nvPr>
        </p:nvSpPr>
        <p:spPr bwMode="auto">
          <a:xfrm rot="0" flipH="0" flipV="0">
            <a:off x="841248" y="365760"/>
            <a:ext cx="10515600" cy="1325562"/>
          </a:xfrm>
          <a:prstGeom prst="rect">
            <a:avLst/>
          </a:prstGeom>
        </p:spPr>
        <p:txBody>
          <a:bodyPr vertOverflow="overflow" horzOverflow="overflow" vert="horz" wrap="square" lIns="274317" tIns="274318" rIns="274317" bIns="45720" numCol="1" spcCol="0" rtlCol="0" fromWordArt="0" anchor="ctr" anchorCtr="0" forceAA="0" upright="0" compatLnSpc="0">
            <a:norm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bg1"/>
                </a:solidFill>
              </a:defRPr>
            </a:lvl2pPr>
            <a:lvl3pPr>
              <a:defRPr b="1">
                <a:solidFill>
                  <a:schemeClr val="bg1"/>
                </a:solidFill>
              </a:defRPr>
            </a:lvl3pPr>
            <a:lvl4pPr>
              <a:defRPr b="1">
                <a:solidFill>
                  <a:schemeClr val="bg1"/>
                </a:solidFill>
              </a:defRPr>
            </a:lvl4pPr>
            <a:lvl5pPr>
              <a:defRPr b="1">
                <a:solidFill>
                  <a:schemeClr val="bg1"/>
                </a:solidFill>
              </a:defRPr>
            </a:lvl5pPr>
            <a:lvl6pPr>
              <a:defRPr b="1">
                <a:solidFill>
                  <a:schemeClr val="bg1"/>
                </a:solidFill>
              </a:defRPr>
            </a:lvl6pPr>
            <a:lvl7pPr>
              <a:defRPr b="1">
                <a:solidFill>
                  <a:schemeClr val="bg1"/>
                </a:solidFill>
              </a:defRPr>
            </a:lvl7pPr>
            <a:lvl8pPr>
              <a:defRPr b="1">
                <a:solidFill>
                  <a:schemeClr val="bg1"/>
                </a:solidFill>
              </a:defRPr>
            </a:lvl8pPr>
            <a:lvl9pPr>
              <a:defRPr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606847021" name="Text Placeholder 2"/>
          <p:cNvSpPr>
            <a:spLocks noGrp="1"/>
          </p:cNvSpPr>
          <p:nvPr>
            <p:ph type="body" idx="1"/>
          </p:nvPr>
        </p:nvSpPr>
        <p:spPr bwMode="auto">
          <a:xfrm rot="0" flipH="0" flipV="0">
            <a:off x="841248" y="1828800"/>
            <a:ext cx="10515600" cy="4351338"/>
          </a:xfrm>
          <a:prstGeom prst="rect">
            <a:avLst/>
          </a:prstGeom>
        </p:spPr>
        <p:txBody>
          <a:bodyPr vertOverflow="overflow" horzOverflow="overflow" vert="horz" wrap="square" lIns="274318" tIns="274318" rIns="274318" bIns="274318" numCol="1" spcCol="0" rtlCol="0" fromWordArt="0" anchor="t" anchorCtr="0" forceAA="0" upright="0" compatLnSpc="0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095018435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32158326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8779271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999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599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529216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9787" y="457200"/>
            <a:ext cx="10408876" cy="899786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 algn="ctr">
              <a:defRPr/>
            </a:pPr>
            <a:r>
              <a:rPr/>
              <a:t>Data Science &amp; Analytics with AI</a:t>
            </a:r>
            <a:r>
              <a:rPr/>
              <a:t> Program</a:t>
            </a:r>
            <a:endParaRPr/>
          </a:p>
        </p:txBody>
      </p:sp>
      <p:sp>
        <p:nvSpPr>
          <p:cNvPr id="2133472124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385164" y="1304794"/>
            <a:ext cx="5515896" cy="2896643"/>
          </a:xfrm>
        </p:spPr>
        <p:txBody>
          <a:bodyPr vertOverflow="overflow" horzOverflow="overflow" vert="horz" wrap="square" lIns="182880" tIns="182880" rIns="182880" bIns="91440" numCol="1" spcCol="0" rtlCol="0" fromWordArt="0" anchor="t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sz="2000" b="1" i="0" u="none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About ZenThiran</a:t>
            </a:r>
            <a:endParaRPr sz="2000">
              <a:latin typeface="Cambria"/>
              <a:cs typeface="Cambria"/>
            </a:endParaRPr>
          </a:p>
          <a:p>
            <a:pPr marL="294893" indent="-294893">
              <a:buFont typeface="Arial"/>
              <a:buChar char="•"/>
              <a:defRPr/>
            </a:pPr>
            <a:r>
              <a:rPr sz="2000" b="0" i="0" u="none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Career-focused learning platform</a:t>
            </a:r>
            <a:endParaRPr sz="2000">
              <a:latin typeface="Cambria"/>
              <a:cs typeface="Cambria"/>
            </a:endParaRPr>
          </a:p>
          <a:p>
            <a:pPr marL="294893" indent="-294893">
              <a:buFont typeface="Arial"/>
              <a:buChar char="•"/>
              <a:defRPr/>
            </a:pPr>
            <a:r>
              <a:rPr sz="2000" b="0" i="0" u="none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Industry-oriented training programs</a:t>
            </a:r>
            <a:endParaRPr sz="2000">
              <a:latin typeface="Cambria"/>
              <a:cs typeface="Cambria"/>
            </a:endParaRPr>
          </a:p>
          <a:p>
            <a:pPr marL="294893" indent="-294893">
              <a:buFont typeface="Arial"/>
              <a:buChar char="•"/>
              <a:defRPr/>
            </a:pPr>
            <a:r>
              <a:rPr sz="2000" b="0" i="0" u="none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Hands-on project-based learning</a:t>
            </a:r>
            <a:endParaRPr sz="2000">
              <a:latin typeface="Cambria"/>
              <a:cs typeface="Cambria"/>
            </a:endParaRPr>
          </a:p>
          <a:p>
            <a:pPr marL="294893" indent="-294893">
              <a:buFont typeface="Arial"/>
              <a:buChar char="•"/>
              <a:defRPr/>
            </a:pPr>
            <a:r>
              <a:rPr sz="2000" b="0" i="0" u="none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Expert mentorship and guidance</a:t>
            </a:r>
            <a:endParaRPr sz="2000">
              <a:latin typeface="Cambria"/>
              <a:cs typeface="Cambria"/>
            </a:endParaRPr>
          </a:p>
          <a:p>
            <a:pPr marL="294893" indent="-294893">
              <a:buFont typeface="Arial"/>
              <a:buChar char="•"/>
              <a:defRPr/>
            </a:pPr>
            <a:r>
              <a:rPr sz="2000" b="0" i="0" u="none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Internship and placement support</a:t>
            </a:r>
            <a:endParaRPr sz="2000">
              <a:latin typeface="Cambria"/>
              <a:cs typeface="Cambria"/>
            </a:endParaRPr>
          </a:p>
          <a:p>
            <a:pPr marL="294893" indent="-294893">
              <a:buFont typeface="Arial"/>
              <a:buChar char="•"/>
              <a:defRPr/>
            </a:pPr>
            <a:r>
              <a:rPr sz="2000" b="0" i="0" u="none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Focus on making learners industry-ready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1103533" name="Text Placeholder 3"/>
          <p:cNvSpPr>
            <a:spLocks noGrp="1"/>
          </p:cNvSpPr>
          <p:nvPr>
            <p:ph type="body" sz="half" idx="2"/>
          </p:nvPr>
        </p:nvSpPr>
        <p:spPr bwMode="auto">
          <a:xfrm flipH="0" flipV="0">
            <a:off x="714166" y="1356986"/>
            <a:ext cx="4976072" cy="2844451"/>
          </a:xfrm>
        </p:spPr>
        <p:txBody>
          <a:bodyPr vertOverflow="overflow" horzOverflow="overflow" vert="horz" wrap="square" lIns="182880" tIns="182880" rIns="182880" bIns="91440" numCol="1" spcCol="0" rtlCol="0" fromWordArt="0" anchor="t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sz="2000" b="1" i="0" u="none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 Why ZenThiran?</a:t>
            </a:r>
            <a:endParaRPr sz="2000" b="1" i="0" u="none">
              <a:solidFill>
                <a:srgbClr val="000000"/>
              </a:solidFill>
              <a:latin typeface="Cambria"/>
              <a:ea typeface="Cambria"/>
              <a:cs typeface="Cambria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sz="2000" b="0" i="0" u="none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Real-world projects</a:t>
            </a:r>
            <a:endParaRPr sz="2000" b="0" i="0" u="none">
              <a:solidFill>
                <a:srgbClr val="000000"/>
              </a:solidFill>
              <a:latin typeface="Cambria"/>
              <a:cs typeface="Cambria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sz="2000" b="0" i="0" u="none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Practical learning approach</a:t>
            </a:r>
            <a:endParaRPr sz="2000">
              <a:latin typeface="Cambria"/>
              <a:cs typeface="Cambria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sz="2000" b="0" i="0" u="none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Experienced mentors</a:t>
            </a:r>
            <a:endParaRPr sz="2000">
              <a:latin typeface="Cambria"/>
              <a:cs typeface="Cambria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sz="2000" b="0" i="0" u="none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Industry-relevant curriculum</a:t>
            </a:r>
            <a:endParaRPr sz="2000">
              <a:latin typeface="Cambria"/>
              <a:cs typeface="Cambria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sz="2000" b="0" i="0" u="none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Career support and guidance</a:t>
            </a:r>
            <a:endParaRPr sz="2000">
              <a:latin typeface="Cambria"/>
              <a:cs typeface="Cambria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sz="2000" b="0" i="0" u="none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Certification and skill development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575825189" name=""/>
          <p:cNvSpPr txBox="1"/>
          <p:nvPr/>
        </p:nvSpPr>
        <p:spPr bwMode="auto">
          <a:xfrm rot="0" flipH="0" flipV="0">
            <a:off x="7425615" y="4475444"/>
            <a:ext cx="4012557" cy="21949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b="1" i="0" u="none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Meet Your Instructor</a:t>
            </a:r>
            <a:endParaRPr sz="1200" b="0" i="0" u="none">
              <a:solidFill>
                <a:srgbClr val="000000"/>
              </a:solidFill>
              <a:latin typeface="Cambria"/>
              <a:ea typeface="Cambria"/>
              <a:cs typeface="Cambria"/>
            </a:endParaRPr>
          </a:p>
          <a:p>
            <a:pPr algn="l">
              <a:defRPr/>
            </a:pPr>
            <a:endParaRPr sz="1200" b="0" i="0" u="none">
              <a:solidFill>
                <a:srgbClr val="000000"/>
              </a:solidFill>
              <a:latin typeface="Cambria"/>
              <a:cs typeface="Cambria"/>
            </a:endParaRPr>
          </a:p>
          <a:p>
            <a:pPr algn="l">
              <a:defRPr/>
            </a:pPr>
            <a:r>
              <a:rPr b="0" i="0" u="none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Sivapriyan M</a:t>
            </a:r>
            <a:endParaRPr>
              <a:latin typeface="Cambria"/>
              <a:cs typeface="Cambria"/>
            </a:endParaRPr>
          </a:p>
          <a:p>
            <a:pPr algn="l">
              <a:defRPr/>
            </a:pPr>
            <a:r>
              <a:rPr b="0" i="0" u="none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Senior Analyst (</a:t>
            </a:r>
            <a:r>
              <a:rPr b="0" i="0" u="none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5 years</a:t>
            </a:r>
            <a:r>
              <a:rPr>
                <a:latin typeface="Cambria"/>
                <a:cs typeface="Cambria"/>
              </a:rPr>
              <a:t>)</a:t>
            </a:r>
            <a:endParaRPr>
              <a:latin typeface="Cambria"/>
              <a:cs typeface="Cambria"/>
            </a:endParaRPr>
          </a:p>
          <a:p>
            <a:pPr algn="l">
              <a:defRPr/>
            </a:pPr>
            <a:endParaRPr>
              <a:latin typeface="Cambria"/>
              <a:cs typeface="Cambria"/>
            </a:endParaRPr>
          </a:p>
          <a:p>
            <a:pPr algn="l">
              <a:defRPr/>
            </a:pPr>
            <a:r>
              <a:rPr b="0" i="0" u="none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Areas of Expertise: Data Engineering, Data Analytics, Data Visualization, Cloud Data Platform, </a:t>
            </a:r>
            <a:endParaRPr>
              <a:latin typeface="Cambria"/>
              <a:cs typeface="Cambri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090752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Self-Introduction</a:t>
            </a:r>
            <a:endParaRPr>
              <a:latin typeface="Cambria"/>
              <a:cs typeface="Cambria"/>
            </a:endParaRPr>
          </a:p>
        </p:txBody>
      </p:sp>
      <p:sp>
        <p:nvSpPr>
          <p:cNvPr id="158221537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sz="1800">
              <a:latin typeface="Cambria"/>
              <a:cs typeface="Cambria"/>
            </a:endParaRPr>
          </a:p>
          <a:p>
            <a:pPr>
              <a:defRPr/>
            </a:pPr>
            <a:r>
              <a:rPr sz="2200" b="0" i="0" u="none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What is your name?</a:t>
            </a:r>
            <a:endParaRPr sz="2200" b="0">
              <a:latin typeface="Cambria"/>
              <a:cs typeface="Cambria"/>
            </a:endParaRPr>
          </a:p>
          <a:p>
            <a:pPr>
              <a:defRPr/>
            </a:pPr>
            <a:r>
              <a:rPr sz="2200" b="0" i="0" u="none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What is your educational qualification?</a:t>
            </a:r>
            <a:endParaRPr sz="2200" b="0">
              <a:latin typeface="Cambria"/>
              <a:cs typeface="Cambria"/>
            </a:endParaRPr>
          </a:p>
          <a:p>
            <a:pPr>
              <a:defRPr/>
            </a:pPr>
            <a:r>
              <a:rPr sz="2200" b="0" i="0" u="none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What is your current role, or which college/university are you studying at?</a:t>
            </a:r>
            <a:endParaRPr sz="2200" b="0">
              <a:latin typeface="Cambria"/>
              <a:cs typeface="Cambria"/>
            </a:endParaRPr>
          </a:p>
          <a:p>
            <a:pPr>
              <a:defRPr/>
            </a:pPr>
            <a:r>
              <a:rPr sz="2200" b="0" i="0" u="none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What are your areas of interest (e.g., Data Analytics, Power BI, Python, SQL)?</a:t>
            </a:r>
            <a:endParaRPr sz="2200" b="0">
              <a:latin typeface="Cambria"/>
              <a:cs typeface="Cambria"/>
            </a:endParaRPr>
          </a:p>
          <a:p>
            <a:pPr>
              <a:defRPr/>
            </a:pPr>
            <a:r>
              <a:rPr sz="2200" b="0" i="0" u="none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Do you have any previous experience? If yes, please share briefly.</a:t>
            </a:r>
            <a:endParaRPr sz="2200" b="0">
              <a:latin typeface="Cambria"/>
              <a:cs typeface="Cambria"/>
            </a:endParaRPr>
          </a:p>
          <a:p>
            <a:pPr>
              <a:defRPr/>
            </a:pPr>
            <a:r>
              <a:rPr sz="2200" b="0" i="0" u="none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What do you expect to learn from this course?</a:t>
            </a:r>
            <a:endParaRPr sz="2200" b="0">
              <a:latin typeface="Cambria"/>
              <a:cs typeface="Cambria"/>
            </a:endParaRPr>
          </a:p>
          <a:p>
            <a:pPr>
              <a:defRPr/>
            </a:pPr>
            <a:r>
              <a:rPr sz="2200" b="0" i="0" u="none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Why did you choose this course?</a:t>
            </a:r>
            <a:endParaRPr sz="2200" b="0">
              <a:latin typeface="Cambria"/>
              <a:cs typeface="Cambria"/>
            </a:endParaRPr>
          </a:p>
          <a:p>
            <a:pPr>
              <a:defRPr/>
            </a:pPr>
            <a:r>
              <a:rPr sz="2200" b="0" i="0" u="none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What are your career goals after completing this training?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087849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400" b="1" i="0" u="none" strike="noStrike" cap="none" spc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Rules for Learning &amp; Discussion</a:t>
            </a:r>
            <a:endParaRPr>
              <a:latin typeface="Cambria"/>
              <a:cs typeface="Cambria"/>
            </a:endParaRPr>
          </a:p>
        </p:txBody>
      </p:sp>
      <p:sp>
        <p:nvSpPr>
          <p:cNvPr id="2135688653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endParaRPr sz="2200"/>
          </a:p>
          <a:p>
            <a:pPr>
              <a:defRPr/>
            </a:pPr>
            <a:r>
              <a:rPr sz="2200" b="1" i="0" u="none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Focus on the Goal : </a:t>
            </a:r>
            <a:r>
              <a:rPr sz="2200" b="0" i="0" u="none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Keep the end objective in mind before making decisions.</a:t>
            </a:r>
            <a:endParaRPr sz="2200">
              <a:latin typeface="Cambria"/>
              <a:cs typeface="Cambria"/>
            </a:endParaRPr>
          </a:p>
          <a:p>
            <a:pPr>
              <a:defRPr/>
            </a:pPr>
            <a:r>
              <a:rPr sz="2200" b="1" i="0" u="none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Consider Different Approaches : </a:t>
            </a:r>
            <a:r>
              <a:rPr sz="2200" b="0" i="0" u="none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Explore multiple solutions and perspectives instead of relying on a single method.</a:t>
            </a:r>
            <a:endParaRPr sz="2200">
              <a:latin typeface="Cambria"/>
              <a:cs typeface="Cambria"/>
            </a:endParaRPr>
          </a:p>
          <a:p>
            <a:pPr>
              <a:defRPr/>
            </a:pPr>
            <a:r>
              <a:rPr sz="2200" b="1" i="0" u="none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Accept That I May Be Wrong : </a:t>
            </a:r>
            <a:r>
              <a:rPr sz="2200" b="0" i="0" u="none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Stay open-minded and willing to learn from mistakes and feedback.</a:t>
            </a:r>
            <a:endParaRPr sz="2200">
              <a:latin typeface="Cambria"/>
              <a:cs typeface="Cambria"/>
            </a:endParaRPr>
          </a:p>
          <a:p>
            <a:pPr>
              <a:defRPr/>
            </a:pPr>
            <a:r>
              <a:rPr sz="2200" b="1" i="0" u="none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Search for References : </a:t>
            </a:r>
            <a:r>
              <a:rPr sz="2200" b="0" i="0" u="none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Support ideas and decisions with credible sources, data, and evidence.</a:t>
            </a:r>
            <a:endParaRPr sz="2200">
              <a:latin typeface="Cambria"/>
              <a:cs typeface="Cambria"/>
            </a:endParaRPr>
          </a:p>
          <a:p>
            <a:pPr>
              <a:defRPr/>
            </a:pPr>
            <a:r>
              <a:rPr sz="2200" b="1" i="0" u="none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Ask Questions : </a:t>
            </a:r>
            <a:r>
              <a:rPr sz="2200" b="0" i="0" u="none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Seek clarification, challenge assumptions, and encourage continuous learning.</a:t>
            </a:r>
            <a:endParaRPr sz="2200">
              <a:latin typeface="Cambria"/>
              <a:cs typeface="Cambri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883023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Questions 1</a:t>
            </a:r>
            <a:endParaRPr/>
          </a:p>
        </p:txBody>
      </p:sp>
      <p:sp>
        <p:nvSpPr>
          <p:cNvPr id="1698425850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endParaRPr/>
          </a:p>
          <a:p>
            <a:pPr marL="0" indent="0" algn="ctr">
              <a:buFont typeface="Arial"/>
              <a:buNone/>
              <a:defRPr/>
            </a:pPr>
            <a:r>
              <a:rPr lang="en-US" sz="3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What Do You Think a Data Analyst Does?</a:t>
            </a:r>
            <a:endParaRPr sz="2200">
              <a:latin typeface="Cambria"/>
              <a:cs typeface="Cambri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581837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Questions 2</a:t>
            </a:r>
            <a:endParaRPr/>
          </a:p>
        </p:txBody>
      </p:sp>
      <p:sp>
        <p:nvSpPr>
          <p:cNvPr id="570077148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From the time you woke up until now, how many decisions have you made?</a:t>
            </a:r>
            <a:endParaRPr sz="36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711630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Questions 3</a:t>
            </a:r>
            <a:endParaRPr/>
          </a:p>
        </p:txBody>
      </p:sp>
      <p:sp>
        <p:nvSpPr>
          <p:cNvPr id="489023298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 marL="0" indent="0" algn="ctr">
              <a:buFont typeface="Arial"/>
              <a:buNone/>
              <a:defRPr/>
            </a:pPr>
            <a:r>
              <a:rPr sz="3600" b="0" i="0" u="none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What data is collected?</a:t>
            </a:r>
            <a:endParaRPr sz="3600">
              <a:latin typeface="Cambria"/>
              <a:cs typeface="Cambri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551889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Questions 4</a:t>
            </a:r>
            <a:endParaRPr/>
          </a:p>
        </p:txBody>
      </p:sp>
      <p:sp>
        <p:nvSpPr>
          <p:cNvPr id="1805102309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 marL="0" indent="0" algn="ctr">
              <a:buFont typeface="Arial"/>
              <a:buNone/>
              <a:defRPr/>
            </a:pPr>
            <a:r>
              <a:rPr lang="en-US" sz="3600" b="0" i="0" u="none" strike="noStrike" cap="none" spc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Who collects it?</a:t>
            </a:r>
            <a:endParaRPr sz="3600">
              <a:latin typeface="Cambria"/>
              <a:cs typeface="Cambri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41422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Questions 5</a:t>
            </a:r>
            <a:endParaRPr/>
          </a:p>
        </p:txBody>
      </p:sp>
      <p:sp>
        <p:nvSpPr>
          <p:cNvPr id="1173727950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 marL="0" indent="0" algn="ctr">
              <a:buFont typeface="Arial"/>
              <a:buNone/>
              <a:defRPr/>
            </a:pPr>
            <a:r>
              <a:rPr lang="en-US" sz="3600" b="0" i="0" u="none" strike="noStrike" cap="none" spc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Why is it collected?</a:t>
            </a:r>
            <a:endParaRPr sz="36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025988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400" b="1" i="0" u="none" strike="noStrike" cap="none" spc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Let’s Hear Your Thoughts</a:t>
            </a:r>
            <a:endParaRPr>
              <a:latin typeface="Cambria"/>
              <a:cs typeface="Cambria"/>
            </a:endParaRPr>
          </a:p>
        </p:txBody>
      </p:sp>
      <p:sp>
        <p:nvSpPr>
          <p:cNvPr id="751801126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endParaRPr sz="2200">
              <a:latin typeface="Cambria"/>
              <a:cs typeface="Cambria"/>
            </a:endParaRPr>
          </a:p>
          <a:p>
            <a:pPr>
              <a:defRPr/>
            </a:pPr>
            <a:r>
              <a:rPr sz="2200" b="0" i="0" u="none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What is Data Analytics?</a:t>
            </a:r>
            <a:endParaRPr sz="2200">
              <a:latin typeface="Cambria"/>
              <a:cs typeface="Cambria"/>
            </a:endParaRPr>
          </a:p>
          <a:p>
            <a:pPr>
              <a:defRPr/>
            </a:pPr>
            <a:r>
              <a:rPr sz="2200" b="0" i="0" u="none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What is Data Science?</a:t>
            </a:r>
            <a:endParaRPr sz="2200">
              <a:latin typeface="Cambria"/>
              <a:cs typeface="Cambria"/>
            </a:endParaRPr>
          </a:p>
          <a:p>
            <a:pPr>
              <a:defRPr/>
            </a:pPr>
            <a:r>
              <a:rPr sz="2200" b="0" i="0" u="none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Why do organizations use data?</a:t>
            </a:r>
            <a:endParaRPr sz="2200">
              <a:latin typeface="Cambria"/>
              <a:cs typeface="Cambria"/>
            </a:endParaRPr>
          </a:p>
          <a:p>
            <a:pPr>
              <a:defRPr/>
            </a:pPr>
            <a:r>
              <a:rPr sz="2200" b="0" i="0" u="none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How does data impact our daily lives?</a:t>
            </a:r>
            <a:endParaRPr sz="2200">
              <a:latin typeface="Cambria"/>
              <a:cs typeface="Cambria"/>
            </a:endParaRPr>
          </a:p>
          <a:p>
            <a:pPr>
              <a:defRPr/>
            </a:pPr>
            <a:r>
              <a:rPr sz="2200" b="0" i="0" u="none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What is the difference between Data Analytics and Data Science?</a:t>
            </a:r>
            <a:endParaRPr sz="2200">
              <a:latin typeface="Cambria"/>
              <a:cs typeface="Cambria"/>
            </a:endParaRPr>
          </a:p>
          <a:p>
            <a:pPr marL="0" indent="0">
              <a:buFont typeface="Arial"/>
              <a:buNone/>
              <a:defRPr/>
            </a:pPr>
            <a:endParaRPr sz="2200">
              <a:latin typeface="Cambria"/>
              <a:cs typeface="Cambria"/>
            </a:endParaRPr>
          </a:p>
          <a:p>
            <a:pPr marL="0" indent="0" algn="ctr">
              <a:buFont typeface="Arial"/>
              <a:buNone/>
              <a:defRPr/>
            </a:pPr>
            <a:r>
              <a:rPr sz="2200" b="1" i="0" u="none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Submission</a:t>
            </a:r>
            <a:endParaRPr sz="2200">
              <a:latin typeface="Cambria"/>
              <a:cs typeface="Cambria"/>
            </a:endParaRPr>
          </a:p>
          <a:p>
            <a:pPr marL="0" indent="0" algn="l">
              <a:buFont typeface="Arial"/>
              <a:buNone/>
              <a:defRPr/>
            </a:pPr>
            <a:r>
              <a:rPr sz="2200" b="0" i="0" u="none">
                <a:solidFill>
                  <a:srgbClr val="00B050"/>
                </a:solidFill>
                <a:latin typeface="Cambria"/>
                <a:ea typeface="Cambria"/>
                <a:cs typeface="Cambria"/>
              </a:rPr>
              <a:t>✅</a:t>
            </a:r>
            <a:r>
              <a:rPr sz="2200" b="0" i="0" u="none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  Bring your answers tomorrow.</a:t>
            </a:r>
            <a:endParaRPr sz="2200">
              <a:latin typeface="Cambria"/>
              <a:cs typeface="Cambria"/>
            </a:endParaRPr>
          </a:p>
          <a:p>
            <a:pPr marL="0" indent="0" algn="l">
              <a:buFont typeface="Arial"/>
              <a:buNone/>
              <a:defRPr/>
            </a:pPr>
            <a:r>
              <a:rPr sz="2200" b="0" i="0" u="none">
                <a:solidFill>
                  <a:srgbClr val="00B050"/>
                </a:solidFill>
                <a:latin typeface="Cambria"/>
                <a:ea typeface="Cambria"/>
                <a:cs typeface="Cambria"/>
              </a:rPr>
              <a:t>✅</a:t>
            </a:r>
            <a:r>
              <a:rPr sz="2200" b="0" i="0" u="none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  Be prepared for a 2-3 minute discussion on each topic.</a:t>
            </a:r>
            <a:endParaRPr sz="2200">
              <a:latin typeface="Cambria"/>
              <a:cs typeface="Cambri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847812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4000" b="1">
                <a:latin typeface="Cambria"/>
                <a:ea typeface="Cambria"/>
                <a:cs typeface="Cambria"/>
              </a:rPr>
              <a:t>Thank You!</a:t>
            </a:r>
            <a:endParaRPr sz="4000" b="1">
              <a:latin typeface="Cambria"/>
              <a:cs typeface="Cambri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Memory Book">
  <a:themeElements>
    <a:clrScheme name="Orange Red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 Theme">
      <a:majorFont>
        <a:latin typeface="Times New Roman"/>
        <a:ea typeface="SimSun"/>
        <a:cs typeface="Times New Roman"/>
      </a:majorFont>
      <a:minorFont>
        <a:latin typeface="Arial"/>
        <a:ea typeface="Microsoft YaHei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</cp:revision>
  <dcterms:modified xsi:type="dcterms:W3CDTF">2026-06-05T15:07:56Z</dcterms:modified>
</cp:coreProperties>
</file>